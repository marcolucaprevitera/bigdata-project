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61" r:id="rId2"/>
    <p:sldId id="256" r:id="rId3"/>
    <p:sldId id="260" r:id="rId4"/>
    <p:sldId id="257" r:id="rId5"/>
    <p:sldId id="263" r:id="rId6"/>
    <p:sldId id="264" r:id="rId7"/>
    <p:sldId id="258" r:id="rId8"/>
    <p:sldId id="273" r:id="rId9"/>
    <p:sldId id="274" r:id="rId10"/>
    <p:sldId id="275" r:id="rId11"/>
    <p:sldId id="265" r:id="rId12"/>
    <p:sldId id="259" r:id="rId13"/>
    <p:sldId id="269" r:id="rId14"/>
    <p:sldId id="270" r:id="rId15"/>
    <p:sldId id="271" r:id="rId16"/>
    <p:sldId id="272" r:id="rId17"/>
    <p:sldId id="266" r:id="rId18"/>
    <p:sldId id="267" r:id="rId19"/>
    <p:sldId id="268" r:id="rId20"/>
  </p:sldIdLst>
  <p:sldSz cx="9144000" cy="6858000" type="screen4x3"/>
  <p:notesSz cx="6858000" cy="9144000"/>
  <p:defaultTextStyle>
    <a:defPPr>
      <a:defRPr lang="it-IT"/>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28FA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593" autoAdjust="0"/>
    <p:restoredTop sz="94595"/>
  </p:normalViewPr>
  <p:slideViewPr>
    <p:cSldViewPr snapToGrid="0" snapToObjects="1">
      <p:cViewPr>
        <p:scale>
          <a:sx n="97" d="100"/>
          <a:sy n="97" d="100"/>
        </p:scale>
        <p:origin x="2000" y="304"/>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556F8EF-7372-4247-9EDF-F29B66ECA509}" type="datetimeFigureOut">
              <a:rPr lang="en-IT" smtClean="0"/>
              <a:t>06/12/2022</a:t>
            </a:fld>
            <a:endParaRPr lang="en-IT"/>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800D265-D5E1-A047-9A3F-48ECB7B25432}" type="slidenum">
              <a:rPr lang="en-IT" smtClean="0"/>
              <a:t>‹#›</a:t>
            </a:fld>
            <a:endParaRPr lang="en-IT"/>
          </a:p>
        </p:txBody>
      </p:sp>
    </p:spTree>
    <p:extLst>
      <p:ext uri="{BB962C8B-B14F-4D97-AF65-F5344CB8AC3E}">
        <p14:creationId xmlns:p14="http://schemas.microsoft.com/office/powerpoint/2010/main" val="16948622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60344E58-F240-784F-9798-091271167C92}" type="slidenum">
              <a:rPr lang="en-IT" smtClean="0"/>
              <a:t>15</a:t>
            </a:fld>
            <a:endParaRPr lang="en-IT"/>
          </a:p>
        </p:txBody>
      </p:sp>
    </p:spTree>
    <p:extLst>
      <p:ext uri="{BB962C8B-B14F-4D97-AF65-F5344CB8AC3E}">
        <p14:creationId xmlns:p14="http://schemas.microsoft.com/office/powerpoint/2010/main" val="26851367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168" name="Rettangolo 167"/>
          <p:cNvSpPr/>
          <p:nvPr userDrawn="1"/>
        </p:nvSpPr>
        <p:spPr>
          <a:xfrm>
            <a:off x="0" y="3832224"/>
            <a:ext cx="9144000" cy="3025775"/>
          </a:xfrm>
          <a:prstGeom prst="rect">
            <a:avLst/>
          </a:prstGeom>
          <a:solidFill>
            <a:srgbClr val="728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a:p>
        </p:txBody>
      </p:sp>
      <p:grpSp>
        <p:nvGrpSpPr>
          <p:cNvPr id="169" name="Gruppo 168"/>
          <p:cNvGrpSpPr/>
          <p:nvPr userDrawn="1"/>
        </p:nvGrpSpPr>
        <p:grpSpPr>
          <a:xfrm>
            <a:off x="48007" y="3816351"/>
            <a:ext cx="9036647" cy="180000"/>
            <a:chOff x="1218340" y="275867"/>
            <a:chExt cx="17715122" cy="567843"/>
          </a:xfrm>
        </p:grpSpPr>
        <p:cxnSp>
          <p:nvCxnSpPr>
            <p:cNvPr id="170" name="Connettore 1 169"/>
            <p:cNvCxnSpPr/>
            <p:nvPr userDrawn="1"/>
          </p:nvCxnSpPr>
          <p:spPr>
            <a:xfrm>
              <a:off x="121834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1" name="Connettore 1 170"/>
            <p:cNvCxnSpPr/>
            <p:nvPr userDrawn="1"/>
          </p:nvCxnSpPr>
          <p:spPr>
            <a:xfrm>
              <a:off x="136720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2" name="Connettore 1 171"/>
            <p:cNvCxnSpPr/>
            <p:nvPr userDrawn="1"/>
          </p:nvCxnSpPr>
          <p:spPr>
            <a:xfrm>
              <a:off x="151607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3" name="Connettore 1 172"/>
            <p:cNvCxnSpPr/>
            <p:nvPr userDrawn="1"/>
          </p:nvCxnSpPr>
          <p:spPr>
            <a:xfrm>
              <a:off x="166494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4" name="Connettore 1 173"/>
            <p:cNvCxnSpPr/>
            <p:nvPr userDrawn="1"/>
          </p:nvCxnSpPr>
          <p:spPr>
            <a:xfrm>
              <a:off x="181380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5" name="Connettore 1 174"/>
            <p:cNvCxnSpPr/>
            <p:nvPr userDrawn="1"/>
          </p:nvCxnSpPr>
          <p:spPr>
            <a:xfrm>
              <a:off x="196267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6" name="Connettore 1 175"/>
            <p:cNvCxnSpPr/>
            <p:nvPr userDrawn="1"/>
          </p:nvCxnSpPr>
          <p:spPr>
            <a:xfrm>
              <a:off x="211154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7" name="Connettore 1 176"/>
            <p:cNvCxnSpPr/>
            <p:nvPr userDrawn="1"/>
          </p:nvCxnSpPr>
          <p:spPr>
            <a:xfrm>
              <a:off x="226040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8" name="Connettore 1 177"/>
            <p:cNvCxnSpPr/>
            <p:nvPr userDrawn="1"/>
          </p:nvCxnSpPr>
          <p:spPr>
            <a:xfrm>
              <a:off x="240927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9" name="Connettore 1 178"/>
            <p:cNvCxnSpPr/>
            <p:nvPr userDrawn="1"/>
          </p:nvCxnSpPr>
          <p:spPr>
            <a:xfrm>
              <a:off x="255814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0" name="Connettore 1 179"/>
            <p:cNvCxnSpPr/>
            <p:nvPr userDrawn="1"/>
          </p:nvCxnSpPr>
          <p:spPr>
            <a:xfrm>
              <a:off x="270701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1" name="Connettore 1 180"/>
            <p:cNvCxnSpPr/>
            <p:nvPr userDrawn="1"/>
          </p:nvCxnSpPr>
          <p:spPr>
            <a:xfrm>
              <a:off x="285587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2" name="Connettore 1 181"/>
            <p:cNvCxnSpPr/>
            <p:nvPr userDrawn="1"/>
          </p:nvCxnSpPr>
          <p:spPr>
            <a:xfrm>
              <a:off x="300474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3" name="Connettore 1 182"/>
            <p:cNvCxnSpPr/>
            <p:nvPr userDrawn="1"/>
          </p:nvCxnSpPr>
          <p:spPr>
            <a:xfrm>
              <a:off x="315361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4" name="Connettore 1 183"/>
            <p:cNvCxnSpPr/>
            <p:nvPr userDrawn="1"/>
          </p:nvCxnSpPr>
          <p:spPr>
            <a:xfrm>
              <a:off x="330247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5" name="Connettore 1 184"/>
            <p:cNvCxnSpPr/>
            <p:nvPr userDrawn="1"/>
          </p:nvCxnSpPr>
          <p:spPr>
            <a:xfrm>
              <a:off x="345134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6" name="Connettore 1 185"/>
            <p:cNvCxnSpPr/>
            <p:nvPr userDrawn="1"/>
          </p:nvCxnSpPr>
          <p:spPr>
            <a:xfrm>
              <a:off x="360021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7" name="Connettore 1 186"/>
            <p:cNvCxnSpPr/>
            <p:nvPr userDrawn="1"/>
          </p:nvCxnSpPr>
          <p:spPr>
            <a:xfrm>
              <a:off x="374907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8" name="Connettore 1 187"/>
            <p:cNvCxnSpPr/>
            <p:nvPr userDrawn="1"/>
          </p:nvCxnSpPr>
          <p:spPr>
            <a:xfrm>
              <a:off x="389794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9" name="Connettore 1 188"/>
            <p:cNvCxnSpPr/>
            <p:nvPr userDrawn="1"/>
          </p:nvCxnSpPr>
          <p:spPr>
            <a:xfrm>
              <a:off x="404681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0" name="Connettore 1 189"/>
            <p:cNvCxnSpPr/>
            <p:nvPr userDrawn="1"/>
          </p:nvCxnSpPr>
          <p:spPr>
            <a:xfrm>
              <a:off x="419568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1" name="Connettore 1 190"/>
            <p:cNvCxnSpPr/>
            <p:nvPr userDrawn="1"/>
          </p:nvCxnSpPr>
          <p:spPr>
            <a:xfrm>
              <a:off x="434454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2" name="Connettore 1 191"/>
            <p:cNvCxnSpPr/>
            <p:nvPr userDrawn="1"/>
          </p:nvCxnSpPr>
          <p:spPr>
            <a:xfrm>
              <a:off x="449341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3" name="Connettore 1 192"/>
            <p:cNvCxnSpPr/>
            <p:nvPr userDrawn="1"/>
          </p:nvCxnSpPr>
          <p:spPr>
            <a:xfrm>
              <a:off x="464228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4" name="Connettore 1 193"/>
            <p:cNvCxnSpPr/>
            <p:nvPr userDrawn="1"/>
          </p:nvCxnSpPr>
          <p:spPr>
            <a:xfrm>
              <a:off x="479114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5" name="Connettore 1 194"/>
            <p:cNvCxnSpPr/>
            <p:nvPr userDrawn="1"/>
          </p:nvCxnSpPr>
          <p:spPr>
            <a:xfrm>
              <a:off x="494001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6" name="Connettore 1 195"/>
            <p:cNvCxnSpPr/>
            <p:nvPr userDrawn="1"/>
          </p:nvCxnSpPr>
          <p:spPr>
            <a:xfrm>
              <a:off x="508888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7" name="Connettore 1 196"/>
            <p:cNvCxnSpPr/>
            <p:nvPr userDrawn="1"/>
          </p:nvCxnSpPr>
          <p:spPr>
            <a:xfrm>
              <a:off x="523774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8" name="Connettore 1 197"/>
            <p:cNvCxnSpPr/>
            <p:nvPr userDrawn="1"/>
          </p:nvCxnSpPr>
          <p:spPr>
            <a:xfrm>
              <a:off x="538661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9" name="Connettore 1 198"/>
            <p:cNvCxnSpPr/>
            <p:nvPr userDrawn="1"/>
          </p:nvCxnSpPr>
          <p:spPr>
            <a:xfrm>
              <a:off x="553548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0" name="Connettore 1 199"/>
            <p:cNvCxnSpPr/>
            <p:nvPr userDrawn="1"/>
          </p:nvCxnSpPr>
          <p:spPr>
            <a:xfrm>
              <a:off x="568435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1" name="Connettore 1 200"/>
            <p:cNvCxnSpPr/>
            <p:nvPr userDrawn="1"/>
          </p:nvCxnSpPr>
          <p:spPr>
            <a:xfrm>
              <a:off x="583321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2" name="Connettore 1 201"/>
            <p:cNvCxnSpPr/>
            <p:nvPr userDrawn="1"/>
          </p:nvCxnSpPr>
          <p:spPr>
            <a:xfrm>
              <a:off x="598208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3" name="Connettore 1 202"/>
            <p:cNvCxnSpPr/>
            <p:nvPr userDrawn="1"/>
          </p:nvCxnSpPr>
          <p:spPr>
            <a:xfrm>
              <a:off x="613095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4" name="Connettore 1 203"/>
            <p:cNvCxnSpPr/>
            <p:nvPr userDrawn="1"/>
          </p:nvCxnSpPr>
          <p:spPr>
            <a:xfrm>
              <a:off x="627981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5" name="Connettore 1 204"/>
            <p:cNvCxnSpPr/>
            <p:nvPr userDrawn="1"/>
          </p:nvCxnSpPr>
          <p:spPr>
            <a:xfrm>
              <a:off x="642868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6" name="Connettore 1 205"/>
            <p:cNvCxnSpPr/>
            <p:nvPr userDrawn="1"/>
          </p:nvCxnSpPr>
          <p:spPr>
            <a:xfrm>
              <a:off x="657755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7" name="Connettore 1 206"/>
            <p:cNvCxnSpPr/>
            <p:nvPr userDrawn="1"/>
          </p:nvCxnSpPr>
          <p:spPr>
            <a:xfrm>
              <a:off x="672641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8" name="Connettore 1 207"/>
            <p:cNvCxnSpPr/>
            <p:nvPr userDrawn="1"/>
          </p:nvCxnSpPr>
          <p:spPr>
            <a:xfrm>
              <a:off x="687528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9" name="Connettore 1 208"/>
            <p:cNvCxnSpPr/>
            <p:nvPr userDrawn="1"/>
          </p:nvCxnSpPr>
          <p:spPr>
            <a:xfrm>
              <a:off x="702415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0" name="Connettore 1 209"/>
            <p:cNvCxnSpPr/>
            <p:nvPr userDrawn="1"/>
          </p:nvCxnSpPr>
          <p:spPr>
            <a:xfrm>
              <a:off x="717302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1" name="Connettore 1 210"/>
            <p:cNvCxnSpPr/>
            <p:nvPr userDrawn="1"/>
          </p:nvCxnSpPr>
          <p:spPr>
            <a:xfrm>
              <a:off x="732188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2" name="Connettore 1 211"/>
            <p:cNvCxnSpPr/>
            <p:nvPr userDrawn="1"/>
          </p:nvCxnSpPr>
          <p:spPr>
            <a:xfrm>
              <a:off x="747075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3" name="Connettore 1 212"/>
            <p:cNvCxnSpPr/>
            <p:nvPr userDrawn="1"/>
          </p:nvCxnSpPr>
          <p:spPr>
            <a:xfrm>
              <a:off x="761962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4" name="Connettore 1 213"/>
            <p:cNvCxnSpPr/>
            <p:nvPr userDrawn="1"/>
          </p:nvCxnSpPr>
          <p:spPr>
            <a:xfrm>
              <a:off x="776848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5" name="Connettore 1 214"/>
            <p:cNvCxnSpPr/>
            <p:nvPr userDrawn="1"/>
          </p:nvCxnSpPr>
          <p:spPr>
            <a:xfrm>
              <a:off x="791735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6" name="Connettore 1 215"/>
            <p:cNvCxnSpPr/>
            <p:nvPr userDrawn="1"/>
          </p:nvCxnSpPr>
          <p:spPr>
            <a:xfrm>
              <a:off x="806622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7" name="Connettore 1 216"/>
            <p:cNvCxnSpPr/>
            <p:nvPr userDrawn="1"/>
          </p:nvCxnSpPr>
          <p:spPr>
            <a:xfrm>
              <a:off x="821508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8" name="Connettore 1 217"/>
            <p:cNvCxnSpPr/>
            <p:nvPr userDrawn="1"/>
          </p:nvCxnSpPr>
          <p:spPr>
            <a:xfrm>
              <a:off x="836395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9" name="Connettore 1 218"/>
            <p:cNvCxnSpPr/>
            <p:nvPr userDrawn="1"/>
          </p:nvCxnSpPr>
          <p:spPr>
            <a:xfrm>
              <a:off x="851282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0" name="Connettore 1 219"/>
            <p:cNvCxnSpPr/>
            <p:nvPr userDrawn="1"/>
          </p:nvCxnSpPr>
          <p:spPr>
            <a:xfrm>
              <a:off x="866169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1" name="Connettore 1 220"/>
            <p:cNvCxnSpPr/>
            <p:nvPr userDrawn="1"/>
          </p:nvCxnSpPr>
          <p:spPr>
            <a:xfrm>
              <a:off x="881055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2" name="Connettore 1 221"/>
            <p:cNvCxnSpPr/>
            <p:nvPr userDrawn="1"/>
          </p:nvCxnSpPr>
          <p:spPr>
            <a:xfrm>
              <a:off x="895942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3" name="Connettore 1 222"/>
            <p:cNvCxnSpPr/>
            <p:nvPr userDrawn="1"/>
          </p:nvCxnSpPr>
          <p:spPr>
            <a:xfrm>
              <a:off x="910829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4" name="Connettore 1 223"/>
            <p:cNvCxnSpPr/>
            <p:nvPr userDrawn="1"/>
          </p:nvCxnSpPr>
          <p:spPr>
            <a:xfrm>
              <a:off x="925715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5" name="Connettore 1 224"/>
            <p:cNvCxnSpPr/>
            <p:nvPr userDrawn="1"/>
          </p:nvCxnSpPr>
          <p:spPr>
            <a:xfrm>
              <a:off x="940602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6" name="Connettore 1 225"/>
            <p:cNvCxnSpPr/>
            <p:nvPr userDrawn="1"/>
          </p:nvCxnSpPr>
          <p:spPr>
            <a:xfrm>
              <a:off x="955489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7" name="Connettore 1 226"/>
            <p:cNvCxnSpPr/>
            <p:nvPr userDrawn="1"/>
          </p:nvCxnSpPr>
          <p:spPr>
            <a:xfrm>
              <a:off x="970375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8" name="Connettore 1 227"/>
            <p:cNvCxnSpPr/>
            <p:nvPr userDrawn="1"/>
          </p:nvCxnSpPr>
          <p:spPr>
            <a:xfrm>
              <a:off x="985262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9" name="Connettore 1 228"/>
            <p:cNvCxnSpPr/>
            <p:nvPr userDrawn="1"/>
          </p:nvCxnSpPr>
          <p:spPr>
            <a:xfrm>
              <a:off x="1000149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0" name="Connettore 1 229"/>
            <p:cNvCxnSpPr/>
            <p:nvPr userDrawn="1"/>
          </p:nvCxnSpPr>
          <p:spPr>
            <a:xfrm>
              <a:off x="1015036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1" name="Connettore 1 230"/>
            <p:cNvCxnSpPr/>
            <p:nvPr userDrawn="1"/>
          </p:nvCxnSpPr>
          <p:spPr>
            <a:xfrm>
              <a:off x="1029922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2" name="Connettore 1 231"/>
            <p:cNvCxnSpPr/>
            <p:nvPr userDrawn="1"/>
          </p:nvCxnSpPr>
          <p:spPr>
            <a:xfrm>
              <a:off x="1044809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3" name="Connettore 1 232"/>
            <p:cNvCxnSpPr/>
            <p:nvPr userDrawn="1"/>
          </p:nvCxnSpPr>
          <p:spPr>
            <a:xfrm>
              <a:off x="1059696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4" name="Connettore 1 233"/>
            <p:cNvCxnSpPr/>
            <p:nvPr userDrawn="1"/>
          </p:nvCxnSpPr>
          <p:spPr>
            <a:xfrm>
              <a:off x="1074582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5" name="Connettore 1 234"/>
            <p:cNvCxnSpPr/>
            <p:nvPr userDrawn="1"/>
          </p:nvCxnSpPr>
          <p:spPr>
            <a:xfrm>
              <a:off x="1089469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6" name="Connettore 1 235"/>
            <p:cNvCxnSpPr/>
            <p:nvPr userDrawn="1"/>
          </p:nvCxnSpPr>
          <p:spPr>
            <a:xfrm>
              <a:off x="1104356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7" name="Connettore 1 236"/>
            <p:cNvCxnSpPr/>
            <p:nvPr userDrawn="1"/>
          </p:nvCxnSpPr>
          <p:spPr>
            <a:xfrm>
              <a:off x="1119242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8" name="Connettore 1 237"/>
            <p:cNvCxnSpPr/>
            <p:nvPr userDrawn="1"/>
          </p:nvCxnSpPr>
          <p:spPr>
            <a:xfrm>
              <a:off x="1134129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9" name="Connettore 1 238"/>
            <p:cNvCxnSpPr/>
            <p:nvPr userDrawn="1"/>
          </p:nvCxnSpPr>
          <p:spPr>
            <a:xfrm>
              <a:off x="1149016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0" name="Connettore 1 239"/>
            <p:cNvCxnSpPr/>
            <p:nvPr userDrawn="1"/>
          </p:nvCxnSpPr>
          <p:spPr>
            <a:xfrm>
              <a:off x="1163903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1" name="Connettore 1 240"/>
            <p:cNvCxnSpPr/>
            <p:nvPr userDrawn="1"/>
          </p:nvCxnSpPr>
          <p:spPr>
            <a:xfrm>
              <a:off x="1178789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2" name="Connettore 1 241"/>
            <p:cNvCxnSpPr/>
            <p:nvPr userDrawn="1"/>
          </p:nvCxnSpPr>
          <p:spPr>
            <a:xfrm>
              <a:off x="1193676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3" name="Connettore 1 242"/>
            <p:cNvCxnSpPr/>
            <p:nvPr userDrawn="1"/>
          </p:nvCxnSpPr>
          <p:spPr>
            <a:xfrm>
              <a:off x="1208563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4" name="Connettore 1 243"/>
            <p:cNvCxnSpPr/>
            <p:nvPr userDrawn="1"/>
          </p:nvCxnSpPr>
          <p:spPr>
            <a:xfrm>
              <a:off x="1223449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5" name="Connettore 1 244"/>
            <p:cNvCxnSpPr/>
            <p:nvPr userDrawn="1"/>
          </p:nvCxnSpPr>
          <p:spPr>
            <a:xfrm>
              <a:off x="1238336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6" name="Connettore 1 245"/>
            <p:cNvCxnSpPr/>
            <p:nvPr userDrawn="1"/>
          </p:nvCxnSpPr>
          <p:spPr>
            <a:xfrm>
              <a:off x="1253223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7" name="Connettore 1 246"/>
            <p:cNvCxnSpPr/>
            <p:nvPr userDrawn="1"/>
          </p:nvCxnSpPr>
          <p:spPr>
            <a:xfrm>
              <a:off x="1268109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8" name="Connettore 1 247"/>
            <p:cNvCxnSpPr/>
            <p:nvPr userDrawn="1"/>
          </p:nvCxnSpPr>
          <p:spPr>
            <a:xfrm>
              <a:off x="1282996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9" name="Connettore 1 248"/>
            <p:cNvCxnSpPr/>
            <p:nvPr userDrawn="1"/>
          </p:nvCxnSpPr>
          <p:spPr>
            <a:xfrm>
              <a:off x="1297883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0" name="Connettore 1 249"/>
            <p:cNvCxnSpPr/>
            <p:nvPr userDrawn="1"/>
          </p:nvCxnSpPr>
          <p:spPr>
            <a:xfrm>
              <a:off x="1312770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1" name="Connettore 1 250"/>
            <p:cNvCxnSpPr/>
            <p:nvPr userDrawn="1"/>
          </p:nvCxnSpPr>
          <p:spPr>
            <a:xfrm>
              <a:off x="1327656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2" name="Connettore 1 251"/>
            <p:cNvCxnSpPr/>
            <p:nvPr userDrawn="1"/>
          </p:nvCxnSpPr>
          <p:spPr>
            <a:xfrm>
              <a:off x="1342543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3" name="Connettore 1 252"/>
            <p:cNvCxnSpPr/>
            <p:nvPr userDrawn="1"/>
          </p:nvCxnSpPr>
          <p:spPr>
            <a:xfrm>
              <a:off x="1357430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4" name="Connettore 1 253"/>
            <p:cNvCxnSpPr/>
            <p:nvPr userDrawn="1"/>
          </p:nvCxnSpPr>
          <p:spPr>
            <a:xfrm>
              <a:off x="1372316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5" name="Connettore 1 254"/>
            <p:cNvCxnSpPr/>
            <p:nvPr userDrawn="1"/>
          </p:nvCxnSpPr>
          <p:spPr>
            <a:xfrm>
              <a:off x="1387203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6" name="Connettore 1 255"/>
            <p:cNvCxnSpPr/>
            <p:nvPr userDrawn="1"/>
          </p:nvCxnSpPr>
          <p:spPr>
            <a:xfrm>
              <a:off x="1402090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7" name="Connettore 1 256"/>
            <p:cNvCxnSpPr/>
            <p:nvPr userDrawn="1"/>
          </p:nvCxnSpPr>
          <p:spPr>
            <a:xfrm>
              <a:off x="1416976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8" name="Connettore 1 257"/>
            <p:cNvCxnSpPr/>
            <p:nvPr userDrawn="1"/>
          </p:nvCxnSpPr>
          <p:spPr>
            <a:xfrm>
              <a:off x="1431863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9" name="Connettore 1 258"/>
            <p:cNvCxnSpPr/>
            <p:nvPr userDrawn="1"/>
          </p:nvCxnSpPr>
          <p:spPr>
            <a:xfrm>
              <a:off x="1446750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60" name="Connettore 1 259"/>
            <p:cNvCxnSpPr/>
            <p:nvPr userDrawn="1"/>
          </p:nvCxnSpPr>
          <p:spPr>
            <a:xfrm>
              <a:off x="1461637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61" name="Connettore 1 260"/>
            <p:cNvCxnSpPr/>
            <p:nvPr userDrawn="1"/>
          </p:nvCxnSpPr>
          <p:spPr>
            <a:xfrm>
              <a:off x="1476523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62" name="Connettore 1 261"/>
            <p:cNvCxnSpPr/>
            <p:nvPr userDrawn="1"/>
          </p:nvCxnSpPr>
          <p:spPr>
            <a:xfrm>
              <a:off x="1491410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63" name="Connettore 1 262"/>
            <p:cNvCxnSpPr/>
            <p:nvPr userDrawn="1"/>
          </p:nvCxnSpPr>
          <p:spPr>
            <a:xfrm>
              <a:off x="1506297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64" name="Connettore 1 263"/>
            <p:cNvCxnSpPr/>
            <p:nvPr userDrawn="1"/>
          </p:nvCxnSpPr>
          <p:spPr>
            <a:xfrm>
              <a:off x="1521183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65" name="Connettore 1 264"/>
            <p:cNvCxnSpPr/>
            <p:nvPr userDrawn="1"/>
          </p:nvCxnSpPr>
          <p:spPr>
            <a:xfrm>
              <a:off x="1536070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66" name="Connettore 1 265"/>
            <p:cNvCxnSpPr/>
            <p:nvPr userDrawn="1"/>
          </p:nvCxnSpPr>
          <p:spPr>
            <a:xfrm>
              <a:off x="1550957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67" name="Connettore 1 266"/>
            <p:cNvCxnSpPr/>
            <p:nvPr userDrawn="1"/>
          </p:nvCxnSpPr>
          <p:spPr>
            <a:xfrm>
              <a:off x="1565843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68" name="Connettore 1 267"/>
            <p:cNvCxnSpPr/>
            <p:nvPr userDrawn="1"/>
          </p:nvCxnSpPr>
          <p:spPr>
            <a:xfrm>
              <a:off x="1580730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69" name="Connettore 1 268"/>
            <p:cNvCxnSpPr/>
            <p:nvPr userDrawn="1"/>
          </p:nvCxnSpPr>
          <p:spPr>
            <a:xfrm>
              <a:off x="1595617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70" name="Connettore 1 269"/>
            <p:cNvCxnSpPr/>
            <p:nvPr userDrawn="1"/>
          </p:nvCxnSpPr>
          <p:spPr>
            <a:xfrm>
              <a:off x="1610504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71" name="Connettore 1 270"/>
            <p:cNvCxnSpPr/>
            <p:nvPr userDrawn="1"/>
          </p:nvCxnSpPr>
          <p:spPr>
            <a:xfrm>
              <a:off x="1625390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72" name="Connettore 1 271"/>
            <p:cNvCxnSpPr/>
            <p:nvPr userDrawn="1"/>
          </p:nvCxnSpPr>
          <p:spPr>
            <a:xfrm>
              <a:off x="1640277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73" name="Connettore 1 272"/>
            <p:cNvCxnSpPr/>
            <p:nvPr userDrawn="1"/>
          </p:nvCxnSpPr>
          <p:spPr>
            <a:xfrm>
              <a:off x="1655164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74" name="Connettore 1 273"/>
            <p:cNvCxnSpPr/>
            <p:nvPr userDrawn="1"/>
          </p:nvCxnSpPr>
          <p:spPr>
            <a:xfrm>
              <a:off x="1670050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75" name="Connettore 1 274"/>
            <p:cNvCxnSpPr/>
            <p:nvPr userDrawn="1"/>
          </p:nvCxnSpPr>
          <p:spPr>
            <a:xfrm>
              <a:off x="1684937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76" name="Connettore 1 275"/>
            <p:cNvCxnSpPr/>
            <p:nvPr userDrawn="1"/>
          </p:nvCxnSpPr>
          <p:spPr>
            <a:xfrm>
              <a:off x="1699824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77" name="Connettore 1 276"/>
            <p:cNvCxnSpPr/>
            <p:nvPr userDrawn="1"/>
          </p:nvCxnSpPr>
          <p:spPr>
            <a:xfrm>
              <a:off x="1714710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78" name="Connettore 1 277"/>
            <p:cNvCxnSpPr/>
            <p:nvPr userDrawn="1"/>
          </p:nvCxnSpPr>
          <p:spPr>
            <a:xfrm>
              <a:off x="1729597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79" name="Connettore 1 278"/>
            <p:cNvCxnSpPr/>
            <p:nvPr userDrawn="1"/>
          </p:nvCxnSpPr>
          <p:spPr>
            <a:xfrm>
              <a:off x="1744484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80" name="Connettore 1 279"/>
            <p:cNvCxnSpPr/>
            <p:nvPr userDrawn="1"/>
          </p:nvCxnSpPr>
          <p:spPr>
            <a:xfrm>
              <a:off x="1759371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81" name="Connettore 1 280"/>
            <p:cNvCxnSpPr/>
            <p:nvPr userDrawn="1"/>
          </p:nvCxnSpPr>
          <p:spPr>
            <a:xfrm>
              <a:off x="1774257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82" name="Connettore 1 281"/>
            <p:cNvCxnSpPr/>
            <p:nvPr userDrawn="1"/>
          </p:nvCxnSpPr>
          <p:spPr>
            <a:xfrm>
              <a:off x="1789144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83" name="Connettore 1 282"/>
            <p:cNvCxnSpPr/>
            <p:nvPr userDrawn="1"/>
          </p:nvCxnSpPr>
          <p:spPr>
            <a:xfrm>
              <a:off x="1804031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84" name="Connettore 1 283"/>
            <p:cNvCxnSpPr/>
            <p:nvPr userDrawn="1"/>
          </p:nvCxnSpPr>
          <p:spPr>
            <a:xfrm>
              <a:off x="1818917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85" name="Connettore 1 284"/>
            <p:cNvCxnSpPr/>
            <p:nvPr userDrawn="1"/>
          </p:nvCxnSpPr>
          <p:spPr>
            <a:xfrm>
              <a:off x="1833804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86" name="Connettore 1 285"/>
            <p:cNvCxnSpPr/>
            <p:nvPr userDrawn="1"/>
          </p:nvCxnSpPr>
          <p:spPr>
            <a:xfrm>
              <a:off x="1848691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87" name="Connettore 1 286"/>
            <p:cNvCxnSpPr/>
            <p:nvPr userDrawn="1"/>
          </p:nvCxnSpPr>
          <p:spPr>
            <a:xfrm>
              <a:off x="1863577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88" name="Connettore 1 287"/>
            <p:cNvCxnSpPr/>
            <p:nvPr userDrawn="1"/>
          </p:nvCxnSpPr>
          <p:spPr>
            <a:xfrm>
              <a:off x="1878464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89" name="Connettore 1 288"/>
            <p:cNvCxnSpPr/>
            <p:nvPr userDrawn="1"/>
          </p:nvCxnSpPr>
          <p:spPr>
            <a:xfrm>
              <a:off x="1893346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grpSp>
      <p:sp>
        <p:nvSpPr>
          <p:cNvPr id="2" name="Titolo 1"/>
          <p:cNvSpPr>
            <a:spLocks noGrp="1"/>
          </p:cNvSpPr>
          <p:nvPr>
            <p:ph type="ctrTitle"/>
          </p:nvPr>
        </p:nvSpPr>
        <p:spPr>
          <a:xfrm>
            <a:off x="641534" y="4149725"/>
            <a:ext cx="7772400" cy="968375"/>
          </a:xfrm>
        </p:spPr>
        <p:txBody>
          <a:bodyPr>
            <a:normAutofit/>
          </a:bodyPr>
          <a:lstStyle>
            <a:lvl1pPr>
              <a:defRPr sz="3600"/>
            </a:lvl1pPr>
          </a:lstStyle>
          <a:p>
            <a:r>
              <a:rPr lang="it-IT" dirty="0"/>
              <a:t>Fare clic per modificare lo stile del titolo</a:t>
            </a:r>
          </a:p>
        </p:txBody>
      </p:sp>
      <p:sp>
        <p:nvSpPr>
          <p:cNvPr id="3" name="Sottotitolo 2"/>
          <p:cNvSpPr>
            <a:spLocks noGrp="1"/>
          </p:cNvSpPr>
          <p:nvPr>
            <p:ph type="subTitle" idx="1"/>
          </p:nvPr>
        </p:nvSpPr>
        <p:spPr>
          <a:xfrm>
            <a:off x="641534" y="5260975"/>
            <a:ext cx="7772400" cy="1333500"/>
          </a:xfrm>
        </p:spPr>
        <p:txBody>
          <a:bodyPr/>
          <a:lstStyle>
            <a:lvl1pPr marL="0" indent="0" algn="l">
              <a:buNone/>
              <a:defRPr>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dirty="0"/>
              <a:t>Fare clic per modificare lo stile del sottotitolo dello schema</a:t>
            </a:r>
          </a:p>
        </p:txBody>
      </p:sp>
    </p:spTree>
    <p:extLst>
      <p:ext uri="{BB962C8B-B14F-4D97-AF65-F5344CB8AC3E}">
        <p14:creationId xmlns:p14="http://schemas.microsoft.com/office/powerpoint/2010/main" val="51481261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53" name="Rettangolo 252"/>
          <p:cNvSpPr/>
          <p:nvPr userDrawn="1"/>
        </p:nvSpPr>
        <p:spPr>
          <a:xfrm>
            <a:off x="0" y="1"/>
            <a:ext cx="9144000" cy="1269904"/>
          </a:xfrm>
          <a:prstGeom prst="rect">
            <a:avLst/>
          </a:prstGeom>
          <a:solidFill>
            <a:srgbClr val="728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a:p>
        </p:txBody>
      </p:sp>
      <p:sp>
        <p:nvSpPr>
          <p:cNvPr id="2" name="Titolo 1"/>
          <p:cNvSpPr>
            <a:spLocks noGrp="1"/>
          </p:cNvSpPr>
          <p:nvPr>
            <p:ph type="title"/>
          </p:nvPr>
        </p:nvSpPr>
        <p:spPr/>
        <p:txBody>
          <a:bodyPr/>
          <a:lstStyle/>
          <a:p>
            <a:r>
              <a:rPr lang="it-IT"/>
              <a:t>Fare clic per modificare lo stile del titolo</a:t>
            </a:r>
          </a:p>
        </p:txBody>
      </p:sp>
      <p:sp>
        <p:nvSpPr>
          <p:cNvPr id="3" name="Segnaposto contenuto 2"/>
          <p:cNvSpPr>
            <a:spLocks noGrp="1"/>
          </p:cNvSpPr>
          <p:nvPr>
            <p:ph idx="1"/>
          </p:nvPr>
        </p:nvSpPr>
        <p:spPr>
          <a:xfrm>
            <a:off x="457200" y="1600200"/>
            <a:ext cx="8323726" cy="4525963"/>
          </a:xfrm>
        </p:spPr>
        <p:txBody>
          <a:bodyPr/>
          <a:lstStyle/>
          <a:p>
            <a:pPr lvl="0"/>
            <a:r>
              <a:rPr lang="it-IT" dirty="0"/>
              <a:t>Fare clic per modificare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129" name="Rettangolo 128"/>
          <p:cNvSpPr/>
          <p:nvPr userDrawn="1"/>
        </p:nvSpPr>
        <p:spPr>
          <a:xfrm>
            <a:off x="0" y="6126162"/>
            <a:ext cx="9144000" cy="731837"/>
          </a:xfrm>
          <a:prstGeom prst="rect">
            <a:avLst/>
          </a:prstGeom>
          <a:solidFill>
            <a:srgbClr val="728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a:p>
        </p:txBody>
      </p:sp>
      <p:sp>
        <p:nvSpPr>
          <p:cNvPr id="130" name="CasellaDiTesto 129"/>
          <p:cNvSpPr txBox="1"/>
          <p:nvPr userDrawn="1"/>
        </p:nvSpPr>
        <p:spPr>
          <a:xfrm>
            <a:off x="157778" y="6363505"/>
            <a:ext cx="3069174" cy="276999"/>
          </a:xfrm>
          <a:prstGeom prst="rect">
            <a:avLst/>
          </a:prstGeom>
          <a:noFill/>
        </p:spPr>
        <p:txBody>
          <a:bodyPr wrap="none" rtlCol="0">
            <a:spAutoFit/>
          </a:bodyPr>
          <a:lstStyle/>
          <a:p>
            <a:r>
              <a:rPr lang="it-IT" sz="1200" b="1" dirty="0">
                <a:solidFill>
                  <a:srgbClr val="FFFFFF"/>
                </a:solidFill>
                <a:latin typeface="Arial"/>
                <a:cs typeface="Arial"/>
              </a:rPr>
              <a:t>Nome Cognome</a:t>
            </a:r>
            <a:r>
              <a:rPr lang="it-IT" sz="1200" b="1" baseline="0" dirty="0">
                <a:solidFill>
                  <a:srgbClr val="FFFFFF"/>
                </a:solidFill>
                <a:latin typeface="Arial"/>
                <a:cs typeface="Arial"/>
              </a:rPr>
              <a:t>, </a:t>
            </a:r>
            <a:r>
              <a:rPr lang="it-IT" sz="1200" b="1" baseline="0" dirty="0" err="1">
                <a:solidFill>
                  <a:srgbClr val="FFFFFF"/>
                </a:solidFill>
                <a:latin typeface="Arial"/>
                <a:cs typeface="Arial"/>
              </a:rPr>
              <a:t>assoc.prof</a:t>
            </a:r>
            <a:r>
              <a:rPr lang="it-IT" sz="1200" b="1" baseline="0" dirty="0">
                <a:solidFill>
                  <a:srgbClr val="FFFFFF"/>
                </a:solidFill>
                <a:latin typeface="Arial"/>
                <a:cs typeface="Arial"/>
              </a:rPr>
              <a:t>. ABC </a:t>
            </a:r>
            <a:r>
              <a:rPr lang="it-IT" sz="1200" b="1" baseline="0" dirty="0" err="1">
                <a:solidFill>
                  <a:srgbClr val="FFFFFF"/>
                </a:solidFill>
                <a:latin typeface="Arial"/>
                <a:cs typeface="Arial"/>
              </a:rPr>
              <a:t>Dept</a:t>
            </a:r>
            <a:r>
              <a:rPr lang="it-IT" sz="1200" b="1" baseline="0" dirty="0">
                <a:solidFill>
                  <a:srgbClr val="FFFFFF"/>
                </a:solidFill>
                <a:latin typeface="Arial"/>
                <a:cs typeface="Arial"/>
              </a:rPr>
              <a:t>.</a:t>
            </a:r>
            <a:endParaRPr lang="it-IT" sz="1200" b="1" dirty="0">
              <a:solidFill>
                <a:srgbClr val="FFFFFF"/>
              </a:solidFill>
              <a:latin typeface="Arial"/>
              <a:cs typeface="Arial"/>
            </a:endParaRPr>
          </a:p>
        </p:txBody>
      </p:sp>
      <p:grpSp>
        <p:nvGrpSpPr>
          <p:cNvPr id="132" name="Gruppo 131"/>
          <p:cNvGrpSpPr/>
          <p:nvPr userDrawn="1"/>
        </p:nvGrpSpPr>
        <p:grpSpPr>
          <a:xfrm>
            <a:off x="48007" y="1089904"/>
            <a:ext cx="9036647" cy="180000"/>
            <a:chOff x="1218340" y="275867"/>
            <a:chExt cx="17715122" cy="567843"/>
          </a:xfrm>
        </p:grpSpPr>
        <p:cxnSp>
          <p:nvCxnSpPr>
            <p:cNvPr id="133" name="Connettore 1 132"/>
            <p:cNvCxnSpPr/>
            <p:nvPr userDrawn="1"/>
          </p:nvCxnSpPr>
          <p:spPr>
            <a:xfrm>
              <a:off x="121834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34" name="Connettore 1 133"/>
            <p:cNvCxnSpPr/>
            <p:nvPr userDrawn="1"/>
          </p:nvCxnSpPr>
          <p:spPr>
            <a:xfrm>
              <a:off x="136720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35" name="Connettore 1 134"/>
            <p:cNvCxnSpPr/>
            <p:nvPr userDrawn="1"/>
          </p:nvCxnSpPr>
          <p:spPr>
            <a:xfrm>
              <a:off x="151607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36" name="Connettore 1 135"/>
            <p:cNvCxnSpPr/>
            <p:nvPr userDrawn="1"/>
          </p:nvCxnSpPr>
          <p:spPr>
            <a:xfrm>
              <a:off x="166494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37" name="Connettore 1 136"/>
            <p:cNvCxnSpPr/>
            <p:nvPr userDrawn="1"/>
          </p:nvCxnSpPr>
          <p:spPr>
            <a:xfrm>
              <a:off x="181380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38" name="Connettore 1 137"/>
            <p:cNvCxnSpPr/>
            <p:nvPr userDrawn="1"/>
          </p:nvCxnSpPr>
          <p:spPr>
            <a:xfrm>
              <a:off x="196267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39" name="Connettore 1 138"/>
            <p:cNvCxnSpPr/>
            <p:nvPr userDrawn="1"/>
          </p:nvCxnSpPr>
          <p:spPr>
            <a:xfrm>
              <a:off x="211154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40" name="Connettore 1 139"/>
            <p:cNvCxnSpPr/>
            <p:nvPr userDrawn="1"/>
          </p:nvCxnSpPr>
          <p:spPr>
            <a:xfrm>
              <a:off x="226040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41" name="Connettore 1 140"/>
            <p:cNvCxnSpPr/>
            <p:nvPr userDrawn="1"/>
          </p:nvCxnSpPr>
          <p:spPr>
            <a:xfrm>
              <a:off x="240927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42" name="Connettore 1 141"/>
            <p:cNvCxnSpPr/>
            <p:nvPr userDrawn="1"/>
          </p:nvCxnSpPr>
          <p:spPr>
            <a:xfrm>
              <a:off x="255814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43" name="Connettore 1 142"/>
            <p:cNvCxnSpPr/>
            <p:nvPr userDrawn="1"/>
          </p:nvCxnSpPr>
          <p:spPr>
            <a:xfrm>
              <a:off x="270701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44" name="Connettore 1 143"/>
            <p:cNvCxnSpPr/>
            <p:nvPr userDrawn="1"/>
          </p:nvCxnSpPr>
          <p:spPr>
            <a:xfrm>
              <a:off x="285587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45" name="Connettore 1 144"/>
            <p:cNvCxnSpPr/>
            <p:nvPr userDrawn="1"/>
          </p:nvCxnSpPr>
          <p:spPr>
            <a:xfrm>
              <a:off x="300474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46" name="Connettore 1 145"/>
            <p:cNvCxnSpPr/>
            <p:nvPr userDrawn="1"/>
          </p:nvCxnSpPr>
          <p:spPr>
            <a:xfrm>
              <a:off x="315361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47" name="Connettore 1 146"/>
            <p:cNvCxnSpPr/>
            <p:nvPr userDrawn="1"/>
          </p:nvCxnSpPr>
          <p:spPr>
            <a:xfrm>
              <a:off x="330247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48" name="Connettore 1 147"/>
            <p:cNvCxnSpPr/>
            <p:nvPr userDrawn="1"/>
          </p:nvCxnSpPr>
          <p:spPr>
            <a:xfrm>
              <a:off x="345134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49" name="Connettore 1 148"/>
            <p:cNvCxnSpPr/>
            <p:nvPr userDrawn="1"/>
          </p:nvCxnSpPr>
          <p:spPr>
            <a:xfrm>
              <a:off x="360021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50" name="Connettore 1 149"/>
            <p:cNvCxnSpPr/>
            <p:nvPr userDrawn="1"/>
          </p:nvCxnSpPr>
          <p:spPr>
            <a:xfrm>
              <a:off x="374907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51" name="Connettore 1 150"/>
            <p:cNvCxnSpPr/>
            <p:nvPr userDrawn="1"/>
          </p:nvCxnSpPr>
          <p:spPr>
            <a:xfrm>
              <a:off x="389794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52" name="Connettore 1 151"/>
            <p:cNvCxnSpPr/>
            <p:nvPr userDrawn="1"/>
          </p:nvCxnSpPr>
          <p:spPr>
            <a:xfrm>
              <a:off x="404681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53" name="Connettore 1 152"/>
            <p:cNvCxnSpPr/>
            <p:nvPr userDrawn="1"/>
          </p:nvCxnSpPr>
          <p:spPr>
            <a:xfrm>
              <a:off x="419568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54" name="Connettore 1 153"/>
            <p:cNvCxnSpPr/>
            <p:nvPr userDrawn="1"/>
          </p:nvCxnSpPr>
          <p:spPr>
            <a:xfrm>
              <a:off x="434454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55" name="Connettore 1 154"/>
            <p:cNvCxnSpPr/>
            <p:nvPr userDrawn="1"/>
          </p:nvCxnSpPr>
          <p:spPr>
            <a:xfrm>
              <a:off x="449341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56" name="Connettore 1 155"/>
            <p:cNvCxnSpPr/>
            <p:nvPr userDrawn="1"/>
          </p:nvCxnSpPr>
          <p:spPr>
            <a:xfrm>
              <a:off x="464228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57" name="Connettore 1 156"/>
            <p:cNvCxnSpPr/>
            <p:nvPr userDrawn="1"/>
          </p:nvCxnSpPr>
          <p:spPr>
            <a:xfrm>
              <a:off x="479114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58" name="Connettore 1 157"/>
            <p:cNvCxnSpPr/>
            <p:nvPr userDrawn="1"/>
          </p:nvCxnSpPr>
          <p:spPr>
            <a:xfrm>
              <a:off x="494001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59" name="Connettore 1 158"/>
            <p:cNvCxnSpPr/>
            <p:nvPr userDrawn="1"/>
          </p:nvCxnSpPr>
          <p:spPr>
            <a:xfrm>
              <a:off x="508888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60" name="Connettore 1 159"/>
            <p:cNvCxnSpPr/>
            <p:nvPr userDrawn="1"/>
          </p:nvCxnSpPr>
          <p:spPr>
            <a:xfrm>
              <a:off x="523774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61" name="Connettore 1 160"/>
            <p:cNvCxnSpPr/>
            <p:nvPr userDrawn="1"/>
          </p:nvCxnSpPr>
          <p:spPr>
            <a:xfrm>
              <a:off x="538661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62" name="Connettore 1 161"/>
            <p:cNvCxnSpPr/>
            <p:nvPr userDrawn="1"/>
          </p:nvCxnSpPr>
          <p:spPr>
            <a:xfrm>
              <a:off x="553548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63" name="Connettore 1 162"/>
            <p:cNvCxnSpPr/>
            <p:nvPr userDrawn="1"/>
          </p:nvCxnSpPr>
          <p:spPr>
            <a:xfrm>
              <a:off x="568435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64" name="Connettore 1 163"/>
            <p:cNvCxnSpPr/>
            <p:nvPr userDrawn="1"/>
          </p:nvCxnSpPr>
          <p:spPr>
            <a:xfrm>
              <a:off x="583321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65" name="Connettore 1 164"/>
            <p:cNvCxnSpPr/>
            <p:nvPr userDrawn="1"/>
          </p:nvCxnSpPr>
          <p:spPr>
            <a:xfrm>
              <a:off x="598208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66" name="Connettore 1 165"/>
            <p:cNvCxnSpPr/>
            <p:nvPr userDrawn="1"/>
          </p:nvCxnSpPr>
          <p:spPr>
            <a:xfrm>
              <a:off x="613095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67" name="Connettore 1 166"/>
            <p:cNvCxnSpPr/>
            <p:nvPr userDrawn="1"/>
          </p:nvCxnSpPr>
          <p:spPr>
            <a:xfrm>
              <a:off x="627981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68" name="Connettore 1 167"/>
            <p:cNvCxnSpPr/>
            <p:nvPr userDrawn="1"/>
          </p:nvCxnSpPr>
          <p:spPr>
            <a:xfrm>
              <a:off x="642868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69" name="Connettore 1 168"/>
            <p:cNvCxnSpPr/>
            <p:nvPr userDrawn="1"/>
          </p:nvCxnSpPr>
          <p:spPr>
            <a:xfrm>
              <a:off x="657755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0" name="Connettore 1 169"/>
            <p:cNvCxnSpPr/>
            <p:nvPr userDrawn="1"/>
          </p:nvCxnSpPr>
          <p:spPr>
            <a:xfrm>
              <a:off x="672641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1" name="Connettore 1 170"/>
            <p:cNvCxnSpPr/>
            <p:nvPr userDrawn="1"/>
          </p:nvCxnSpPr>
          <p:spPr>
            <a:xfrm>
              <a:off x="687528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2" name="Connettore 1 171"/>
            <p:cNvCxnSpPr/>
            <p:nvPr userDrawn="1"/>
          </p:nvCxnSpPr>
          <p:spPr>
            <a:xfrm>
              <a:off x="702415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3" name="Connettore 1 172"/>
            <p:cNvCxnSpPr/>
            <p:nvPr userDrawn="1"/>
          </p:nvCxnSpPr>
          <p:spPr>
            <a:xfrm>
              <a:off x="717302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4" name="Connettore 1 173"/>
            <p:cNvCxnSpPr/>
            <p:nvPr userDrawn="1"/>
          </p:nvCxnSpPr>
          <p:spPr>
            <a:xfrm>
              <a:off x="732188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5" name="Connettore 1 174"/>
            <p:cNvCxnSpPr/>
            <p:nvPr userDrawn="1"/>
          </p:nvCxnSpPr>
          <p:spPr>
            <a:xfrm>
              <a:off x="747075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6" name="Connettore 1 175"/>
            <p:cNvCxnSpPr/>
            <p:nvPr userDrawn="1"/>
          </p:nvCxnSpPr>
          <p:spPr>
            <a:xfrm>
              <a:off x="761962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7" name="Connettore 1 176"/>
            <p:cNvCxnSpPr/>
            <p:nvPr userDrawn="1"/>
          </p:nvCxnSpPr>
          <p:spPr>
            <a:xfrm>
              <a:off x="776848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8" name="Connettore 1 177"/>
            <p:cNvCxnSpPr/>
            <p:nvPr userDrawn="1"/>
          </p:nvCxnSpPr>
          <p:spPr>
            <a:xfrm>
              <a:off x="791735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9" name="Connettore 1 178"/>
            <p:cNvCxnSpPr/>
            <p:nvPr userDrawn="1"/>
          </p:nvCxnSpPr>
          <p:spPr>
            <a:xfrm>
              <a:off x="806622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0" name="Connettore 1 179"/>
            <p:cNvCxnSpPr/>
            <p:nvPr userDrawn="1"/>
          </p:nvCxnSpPr>
          <p:spPr>
            <a:xfrm>
              <a:off x="821508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1" name="Connettore 1 180"/>
            <p:cNvCxnSpPr/>
            <p:nvPr userDrawn="1"/>
          </p:nvCxnSpPr>
          <p:spPr>
            <a:xfrm>
              <a:off x="836395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2" name="Connettore 1 181"/>
            <p:cNvCxnSpPr/>
            <p:nvPr userDrawn="1"/>
          </p:nvCxnSpPr>
          <p:spPr>
            <a:xfrm>
              <a:off x="851282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3" name="Connettore 1 182"/>
            <p:cNvCxnSpPr/>
            <p:nvPr userDrawn="1"/>
          </p:nvCxnSpPr>
          <p:spPr>
            <a:xfrm>
              <a:off x="866169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4" name="Connettore 1 183"/>
            <p:cNvCxnSpPr/>
            <p:nvPr userDrawn="1"/>
          </p:nvCxnSpPr>
          <p:spPr>
            <a:xfrm>
              <a:off x="881055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5" name="Connettore 1 184"/>
            <p:cNvCxnSpPr/>
            <p:nvPr userDrawn="1"/>
          </p:nvCxnSpPr>
          <p:spPr>
            <a:xfrm>
              <a:off x="895942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6" name="Connettore 1 185"/>
            <p:cNvCxnSpPr/>
            <p:nvPr userDrawn="1"/>
          </p:nvCxnSpPr>
          <p:spPr>
            <a:xfrm>
              <a:off x="910829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7" name="Connettore 1 186"/>
            <p:cNvCxnSpPr/>
            <p:nvPr userDrawn="1"/>
          </p:nvCxnSpPr>
          <p:spPr>
            <a:xfrm>
              <a:off x="925715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8" name="Connettore 1 187"/>
            <p:cNvCxnSpPr/>
            <p:nvPr userDrawn="1"/>
          </p:nvCxnSpPr>
          <p:spPr>
            <a:xfrm>
              <a:off x="940602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9" name="Connettore 1 188"/>
            <p:cNvCxnSpPr/>
            <p:nvPr userDrawn="1"/>
          </p:nvCxnSpPr>
          <p:spPr>
            <a:xfrm>
              <a:off x="955489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0" name="Connettore 1 189"/>
            <p:cNvCxnSpPr/>
            <p:nvPr userDrawn="1"/>
          </p:nvCxnSpPr>
          <p:spPr>
            <a:xfrm>
              <a:off x="970375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1" name="Connettore 1 190"/>
            <p:cNvCxnSpPr/>
            <p:nvPr userDrawn="1"/>
          </p:nvCxnSpPr>
          <p:spPr>
            <a:xfrm>
              <a:off x="985262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2" name="Connettore 1 191"/>
            <p:cNvCxnSpPr/>
            <p:nvPr userDrawn="1"/>
          </p:nvCxnSpPr>
          <p:spPr>
            <a:xfrm>
              <a:off x="1000149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3" name="Connettore 1 192"/>
            <p:cNvCxnSpPr/>
            <p:nvPr userDrawn="1"/>
          </p:nvCxnSpPr>
          <p:spPr>
            <a:xfrm>
              <a:off x="1015036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4" name="Connettore 1 193"/>
            <p:cNvCxnSpPr/>
            <p:nvPr userDrawn="1"/>
          </p:nvCxnSpPr>
          <p:spPr>
            <a:xfrm>
              <a:off x="1029922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5" name="Connettore 1 194"/>
            <p:cNvCxnSpPr/>
            <p:nvPr userDrawn="1"/>
          </p:nvCxnSpPr>
          <p:spPr>
            <a:xfrm>
              <a:off x="1044809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6" name="Connettore 1 195"/>
            <p:cNvCxnSpPr/>
            <p:nvPr userDrawn="1"/>
          </p:nvCxnSpPr>
          <p:spPr>
            <a:xfrm>
              <a:off x="1059696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7" name="Connettore 1 196"/>
            <p:cNvCxnSpPr/>
            <p:nvPr userDrawn="1"/>
          </p:nvCxnSpPr>
          <p:spPr>
            <a:xfrm>
              <a:off x="1074582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8" name="Connettore 1 197"/>
            <p:cNvCxnSpPr/>
            <p:nvPr userDrawn="1"/>
          </p:nvCxnSpPr>
          <p:spPr>
            <a:xfrm>
              <a:off x="1089469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9" name="Connettore 1 198"/>
            <p:cNvCxnSpPr/>
            <p:nvPr userDrawn="1"/>
          </p:nvCxnSpPr>
          <p:spPr>
            <a:xfrm>
              <a:off x="1104356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0" name="Connettore 1 199"/>
            <p:cNvCxnSpPr/>
            <p:nvPr userDrawn="1"/>
          </p:nvCxnSpPr>
          <p:spPr>
            <a:xfrm>
              <a:off x="1119242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1" name="Connettore 1 200"/>
            <p:cNvCxnSpPr/>
            <p:nvPr userDrawn="1"/>
          </p:nvCxnSpPr>
          <p:spPr>
            <a:xfrm>
              <a:off x="1134129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2" name="Connettore 1 201"/>
            <p:cNvCxnSpPr/>
            <p:nvPr userDrawn="1"/>
          </p:nvCxnSpPr>
          <p:spPr>
            <a:xfrm>
              <a:off x="1149016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3" name="Connettore 1 202"/>
            <p:cNvCxnSpPr/>
            <p:nvPr userDrawn="1"/>
          </p:nvCxnSpPr>
          <p:spPr>
            <a:xfrm>
              <a:off x="1163903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4" name="Connettore 1 203"/>
            <p:cNvCxnSpPr/>
            <p:nvPr userDrawn="1"/>
          </p:nvCxnSpPr>
          <p:spPr>
            <a:xfrm>
              <a:off x="1178789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5" name="Connettore 1 204"/>
            <p:cNvCxnSpPr/>
            <p:nvPr userDrawn="1"/>
          </p:nvCxnSpPr>
          <p:spPr>
            <a:xfrm>
              <a:off x="1193676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6" name="Connettore 1 205"/>
            <p:cNvCxnSpPr/>
            <p:nvPr userDrawn="1"/>
          </p:nvCxnSpPr>
          <p:spPr>
            <a:xfrm>
              <a:off x="1208563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7" name="Connettore 1 206"/>
            <p:cNvCxnSpPr/>
            <p:nvPr userDrawn="1"/>
          </p:nvCxnSpPr>
          <p:spPr>
            <a:xfrm>
              <a:off x="1223449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8" name="Connettore 1 207"/>
            <p:cNvCxnSpPr/>
            <p:nvPr userDrawn="1"/>
          </p:nvCxnSpPr>
          <p:spPr>
            <a:xfrm>
              <a:off x="1238336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9" name="Connettore 1 208"/>
            <p:cNvCxnSpPr/>
            <p:nvPr userDrawn="1"/>
          </p:nvCxnSpPr>
          <p:spPr>
            <a:xfrm>
              <a:off x="1253223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0" name="Connettore 1 209"/>
            <p:cNvCxnSpPr/>
            <p:nvPr userDrawn="1"/>
          </p:nvCxnSpPr>
          <p:spPr>
            <a:xfrm>
              <a:off x="1268109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1" name="Connettore 1 210"/>
            <p:cNvCxnSpPr/>
            <p:nvPr userDrawn="1"/>
          </p:nvCxnSpPr>
          <p:spPr>
            <a:xfrm>
              <a:off x="1282996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2" name="Connettore 1 211"/>
            <p:cNvCxnSpPr/>
            <p:nvPr userDrawn="1"/>
          </p:nvCxnSpPr>
          <p:spPr>
            <a:xfrm>
              <a:off x="1297883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3" name="Connettore 1 212"/>
            <p:cNvCxnSpPr/>
            <p:nvPr userDrawn="1"/>
          </p:nvCxnSpPr>
          <p:spPr>
            <a:xfrm>
              <a:off x="1312770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4" name="Connettore 1 213"/>
            <p:cNvCxnSpPr/>
            <p:nvPr userDrawn="1"/>
          </p:nvCxnSpPr>
          <p:spPr>
            <a:xfrm>
              <a:off x="1327656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5" name="Connettore 1 214"/>
            <p:cNvCxnSpPr/>
            <p:nvPr userDrawn="1"/>
          </p:nvCxnSpPr>
          <p:spPr>
            <a:xfrm>
              <a:off x="1342543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6" name="Connettore 1 215"/>
            <p:cNvCxnSpPr/>
            <p:nvPr userDrawn="1"/>
          </p:nvCxnSpPr>
          <p:spPr>
            <a:xfrm>
              <a:off x="1357430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7" name="Connettore 1 216"/>
            <p:cNvCxnSpPr/>
            <p:nvPr userDrawn="1"/>
          </p:nvCxnSpPr>
          <p:spPr>
            <a:xfrm>
              <a:off x="1372316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8" name="Connettore 1 217"/>
            <p:cNvCxnSpPr/>
            <p:nvPr userDrawn="1"/>
          </p:nvCxnSpPr>
          <p:spPr>
            <a:xfrm>
              <a:off x="1387203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9" name="Connettore 1 218"/>
            <p:cNvCxnSpPr/>
            <p:nvPr userDrawn="1"/>
          </p:nvCxnSpPr>
          <p:spPr>
            <a:xfrm>
              <a:off x="1402090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0" name="Connettore 1 219"/>
            <p:cNvCxnSpPr/>
            <p:nvPr userDrawn="1"/>
          </p:nvCxnSpPr>
          <p:spPr>
            <a:xfrm>
              <a:off x="1416976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1" name="Connettore 1 220"/>
            <p:cNvCxnSpPr/>
            <p:nvPr userDrawn="1"/>
          </p:nvCxnSpPr>
          <p:spPr>
            <a:xfrm>
              <a:off x="1431863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2" name="Connettore 1 221"/>
            <p:cNvCxnSpPr/>
            <p:nvPr userDrawn="1"/>
          </p:nvCxnSpPr>
          <p:spPr>
            <a:xfrm>
              <a:off x="1446750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3" name="Connettore 1 222"/>
            <p:cNvCxnSpPr/>
            <p:nvPr userDrawn="1"/>
          </p:nvCxnSpPr>
          <p:spPr>
            <a:xfrm>
              <a:off x="1461637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4" name="Connettore 1 223"/>
            <p:cNvCxnSpPr/>
            <p:nvPr userDrawn="1"/>
          </p:nvCxnSpPr>
          <p:spPr>
            <a:xfrm>
              <a:off x="1476523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5" name="Connettore 1 224"/>
            <p:cNvCxnSpPr/>
            <p:nvPr userDrawn="1"/>
          </p:nvCxnSpPr>
          <p:spPr>
            <a:xfrm>
              <a:off x="1491410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6" name="Connettore 1 225"/>
            <p:cNvCxnSpPr/>
            <p:nvPr userDrawn="1"/>
          </p:nvCxnSpPr>
          <p:spPr>
            <a:xfrm>
              <a:off x="1506297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7" name="Connettore 1 226"/>
            <p:cNvCxnSpPr/>
            <p:nvPr userDrawn="1"/>
          </p:nvCxnSpPr>
          <p:spPr>
            <a:xfrm>
              <a:off x="1521183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8" name="Connettore 1 227"/>
            <p:cNvCxnSpPr/>
            <p:nvPr userDrawn="1"/>
          </p:nvCxnSpPr>
          <p:spPr>
            <a:xfrm>
              <a:off x="1536070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9" name="Connettore 1 228"/>
            <p:cNvCxnSpPr/>
            <p:nvPr userDrawn="1"/>
          </p:nvCxnSpPr>
          <p:spPr>
            <a:xfrm>
              <a:off x="1550957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0" name="Connettore 1 229"/>
            <p:cNvCxnSpPr/>
            <p:nvPr userDrawn="1"/>
          </p:nvCxnSpPr>
          <p:spPr>
            <a:xfrm>
              <a:off x="1565843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1" name="Connettore 1 230"/>
            <p:cNvCxnSpPr/>
            <p:nvPr userDrawn="1"/>
          </p:nvCxnSpPr>
          <p:spPr>
            <a:xfrm>
              <a:off x="1580730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2" name="Connettore 1 231"/>
            <p:cNvCxnSpPr/>
            <p:nvPr userDrawn="1"/>
          </p:nvCxnSpPr>
          <p:spPr>
            <a:xfrm>
              <a:off x="1595617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3" name="Connettore 1 232"/>
            <p:cNvCxnSpPr/>
            <p:nvPr userDrawn="1"/>
          </p:nvCxnSpPr>
          <p:spPr>
            <a:xfrm>
              <a:off x="1610504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4" name="Connettore 1 233"/>
            <p:cNvCxnSpPr/>
            <p:nvPr userDrawn="1"/>
          </p:nvCxnSpPr>
          <p:spPr>
            <a:xfrm>
              <a:off x="1625390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5" name="Connettore 1 234"/>
            <p:cNvCxnSpPr/>
            <p:nvPr userDrawn="1"/>
          </p:nvCxnSpPr>
          <p:spPr>
            <a:xfrm>
              <a:off x="1640277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6" name="Connettore 1 235"/>
            <p:cNvCxnSpPr/>
            <p:nvPr userDrawn="1"/>
          </p:nvCxnSpPr>
          <p:spPr>
            <a:xfrm>
              <a:off x="1655164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7" name="Connettore 1 236"/>
            <p:cNvCxnSpPr/>
            <p:nvPr userDrawn="1"/>
          </p:nvCxnSpPr>
          <p:spPr>
            <a:xfrm>
              <a:off x="1670050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8" name="Connettore 1 237"/>
            <p:cNvCxnSpPr/>
            <p:nvPr userDrawn="1"/>
          </p:nvCxnSpPr>
          <p:spPr>
            <a:xfrm>
              <a:off x="1684937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9" name="Connettore 1 238"/>
            <p:cNvCxnSpPr/>
            <p:nvPr userDrawn="1"/>
          </p:nvCxnSpPr>
          <p:spPr>
            <a:xfrm>
              <a:off x="1699824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0" name="Connettore 1 239"/>
            <p:cNvCxnSpPr/>
            <p:nvPr userDrawn="1"/>
          </p:nvCxnSpPr>
          <p:spPr>
            <a:xfrm>
              <a:off x="1714710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1" name="Connettore 1 240"/>
            <p:cNvCxnSpPr/>
            <p:nvPr userDrawn="1"/>
          </p:nvCxnSpPr>
          <p:spPr>
            <a:xfrm>
              <a:off x="1729597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2" name="Connettore 1 241"/>
            <p:cNvCxnSpPr/>
            <p:nvPr userDrawn="1"/>
          </p:nvCxnSpPr>
          <p:spPr>
            <a:xfrm>
              <a:off x="1744484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3" name="Connettore 1 242"/>
            <p:cNvCxnSpPr/>
            <p:nvPr userDrawn="1"/>
          </p:nvCxnSpPr>
          <p:spPr>
            <a:xfrm>
              <a:off x="1759371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4" name="Connettore 1 243"/>
            <p:cNvCxnSpPr/>
            <p:nvPr userDrawn="1"/>
          </p:nvCxnSpPr>
          <p:spPr>
            <a:xfrm>
              <a:off x="1774257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5" name="Connettore 1 244"/>
            <p:cNvCxnSpPr/>
            <p:nvPr userDrawn="1"/>
          </p:nvCxnSpPr>
          <p:spPr>
            <a:xfrm>
              <a:off x="1789144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6" name="Connettore 1 245"/>
            <p:cNvCxnSpPr/>
            <p:nvPr userDrawn="1"/>
          </p:nvCxnSpPr>
          <p:spPr>
            <a:xfrm>
              <a:off x="1804031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7" name="Connettore 1 246"/>
            <p:cNvCxnSpPr/>
            <p:nvPr userDrawn="1"/>
          </p:nvCxnSpPr>
          <p:spPr>
            <a:xfrm>
              <a:off x="1818917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8" name="Connettore 1 247"/>
            <p:cNvCxnSpPr/>
            <p:nvPr userDrawn="1"/>
          </p:nvCxnSpPr>
          <p:spPr>
            <a:xfrm>
              <a:off x="1833804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9" name="Connettore 1 248"/>
            <p:cNvCxnSpPr/>
            <p:nvPr userDrawn="1"/>
          </p:nvCxnSpPr>
          <p:spPr>
            <a:xfrm>
              <a:off x="1848691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0" name="Connettore 1 249"/>
            <p:cNvCxnSpPr/>
            <p:nvPr userDrawn="1"/>
          </p:nvCxnSpPr>
          <p:spPr>
            <a:xfrm>
              <a:off x="1863577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1" name="Connettore 1 250"/>
            <p:cNvCxnSpPr/>
            <p:nvPr userDrawn="1"/>
          </p:nvCxnSpPr>
          <p:spPr>
            <a:xfrm>
              <a:off x="1878464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2" name="Connettore 1 251"/>
            <p:cNvCxnSpPr/>
            <p:nvPr userDrawn="1"/>
          </p:nvCxnSpPr>
          <p:spPr>
            <a:xfrm>
              <a:off x="1893346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grpSp>
      <p:pic>
        <p:nvPicPr>
          <p:cNvPr id="254" name="Picture 2" descr="Y:\IMMAGINE _COORDINATA_2014\PPT\modello1\loghi_PNG\03_Polimi_logotipo_bandiera-1riga.png"/>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6094898" y="6346378"/>
            <a:ext cx="2780124" cy="2893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888687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p:cNvSpPr>
            <a:spLocks noGrp="1"/>
          </p:cNvSpPr>
          <p:nvPr>
            <p:ph type="title"/>
          </p:nvPr>
        </p:nvSpPr>
        <p:spPr>
          <a:xfrm>
            <a:off x="722313" y="4406900"/>
            <a:ext cx="7772400" cy="1362075"/>
          </a:xfrm>
        </p:spPr>
        <p:txBody>
          <a:bodyPr anchor="t"/>
          <a:lstStyle>
            <a:lvl1pPr algn="l">
              <a:defRPr sz="4000" b="1" cap="all"/>
            </a:lvl1pPr>
          </a:lstStyle>
          <a:p>
            <a:r>
              <a:rPr lang="it-IT"/>
              <a:t>Fare clic per modificare lo stile del titolo</a:t>
            </a:r>
          </a:p>
        </p:txBody>
      </p:sp>
      <p:sp>
        <p:nvSpPr>
          <p:cNvPr id="3" name="Segnaposto testo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stili del testo dello schema</a:t>
            </a:r>
          </a:p>
        </p:txBody>
      </p:sp>
      <p:sp>
        <p:nvSpPr>
          <p:cNvPr id="4" name="Segnaposto data 3"/>
          <p:cNvSpPr>
            <a:spLocks noGrp="1"/>
          </p:cNvSpPr>
          <p:nvPr>
            <p:ph type="dt" sz="half" idx="10"/>
          </p:nvPr>
        </p:nvSpPr>
        <p:spPr>
          <a:xfrm>
            <a:off x="457200" y="6356350"/>
            <a:ext cx="2133600" cy="365125"/>
          </a:xfrm>
          <a:prstGeom prst="rect">
            <a:avLst/>
          </a:prstGeom>
        </p:spPr>
        <p:txBody>
          <a:bodyPr/>
          <a:lstStyle/>
          <a:p>
            <a:fld id="{B96E2279-029F-964F-A5B1-8676BDA67CCA}" type="datetimeFigureOut">
              <a:rPr lang="it-IT" smtClean="0"/>
              <a:t>06/12/22</a:t>
            </a:fld>
            <a:endParaRPr lang="it-IT"/>
          </a:p>
        </p:txBody>
      </p:sp>
      <p:sp>
        <p:nvSpPr>
          <p:cNvPr id="5" name="Segnaposto piè di pagina 4"/>
          <p:cNvSpPr>
            <a:spLocks noGrp="1"/>
          </p:cNvSpPr>
          <p:nvPr>
            <p:ph type="ftr" sz="quarter" idx="11"/>
          </p:nvPr>
        </p:nvSpPr>
        <p:spPr>
          <a:xfrm>
            <a:off x="3124200" y="6356350"/>
            <a:ext cx="2895600" cy="365125"/>
          </a:xfrm>
          <a:prstGeom prst="rect">
            <a:avLst/>
          </a:prstGeom>
        </p:spPr>
        <p:txBody>
          <a:bodyPr/>
          <a:lstStyle/>
          <a:p>
            <a:endParaRPr lang="it-IT"/>
          </a:p>
        </p:txBody>
      </p:sp>
      <p:sp>
        <p:nvSpPr>
          <p:cNvPr id="6" name="Segnaposto numero diapositiva 5"/>
          <p:cNvSpPr>
            <a:spLocks noGrp="1"/>
          </p:cNvSpPr>
          <p:nvPr>
            <p:ph type="sldNum" sz="quarter" idx="12"/>
          </p:nvPr>
        </p:nvSpPr>
        <p:spPr>
          <a:xfrm>
            <a:off x="6553200" y="6356350"/>
            <a:ext cx="2133600" cy="365125"/>
          </a:xfrm>
          <a:prstGeom prst="rect">
            <a:avLst/>
          </a:prstGeom>
        </p:spPr>
        <p:txBody>
          <a:bodyPr/>
          <a:lstStyle/>
          <a:p>
            <a:fld id="{7834947A-1B05-2B43-AD85-E646CE852B9E}" type="slidenum">
              <a:rPr lang="it-IT" smtClean="0"/>
              <a:t>‹#›</a:t>
            </a:fld>
            <a:endParaRPr lang="it-IT"/>
          </a:p>
        </p:txBody>
      </p:sp>
    </p:spTree>
    <p:extLst>
      <p:ext uri="{BB962C8B-B14F-4D97-AF65-F5344CB8AC3E}">
        <p14:creationId xmlns:p14="http://schemas.microsoft.com/office/powerpoint/2010/main" val="196192215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Contenuto 2">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a:t>
            </a:r>
          </a:p>
        </p:txBody>
      </p:sp>
      <p:sp>
        <p:nvSpPr>
          <p:cNvPr id="3" name="Segnaposto contenuto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p:cNvSpPr>
            <a:spLocks noGrp="1"/>
          </p:cNvSpPr>
          <p:nvPr>
            <p:ph type="dt" sz="half" idx="10"/>
          </p:nvPr>
        </p:nvSpPr>
        <p:spPr>
          <a:xfrm>
            <a:off x="457200" y="6356350"/>
            <a:ext cx="2133600" cy="365125"/>
          </a:xfrm>
          <a:prstGeom prst="rect">
            <a:avLst/>
          </a:prstGeom>
        </p:spPr>
        <p:txBody>
          <a:bodyPr/>
          <a:lstStyle/>
          <a:p>
            <a:fld id="{B96E2279-029F-964F-A5B1-8676BDA67CCA}" type="datetimeFigureOut">
              <a:rPr lang="it-IT" smtClean="0"/>
              <a:t>06/12/22</a:t>
            </a:fld>
            <a:endParaRPr lang="it-IT"/>
          </a:p>
        </p:txBody>
      </p:sp>
      <p:sp>
        <p:nvSpPr>
          <p:cNvPr id="6" name="Segnaposto piè di pagina 5"/>
          <p:cNvSpPr>
            <a:spLocks noGrp="1"/>
          </p:cNvSpPr>
          <p:nvPr>
            <p:ph type="ftr" sz="quarter" idx="11"/>
          </p:nvPr>
        </p:nvSpPr>
        <p:spPr>
          <a:xfrm>
            <a:off x="3124200" y="6356350"/>
            <a:ext cx="2895600" cy="365125"/>
          </a:xfrm>
          <a:prstGeom prst="rect">
            <a:avLst/>
          </a:prstGeom>
        </p:spPr>
        <p:txBody>
          <a:bodyPr/>
          <a:lstStyle/>
          <a:p>
            <a:endParaRPr lang="it-IT"/>
          </a:p>
        </p:txBody>
      </p:sp>
      <p:sp>
        <p:nvSpPr>
          <p:cNvPr id="7" name="Segnaposto numero diapositiva 6"/>
          <p:cNvSpPr>
            <a:spLocks noGrp="1"/>
          </p:cNvSpPr>
          <p:nvPr>
            <p:ph type="sldNum" sz="quarter" idx="12"/>
          </p:nvPr>
        </p:nvSpPr>
        <p:spPr>
          <a:xfrm>
            <a:off x="6553200" y="6356350"/>
            <a:ext cx="2133600" cy="365125"/>
          </a:xfrm>
          <a:prstGeom prst="rect">
            <a:avLst/>
          </a:prstGeom>
        </p:spPr>
        <p:txBody>
          <a:bodyPr/>
          <a:lstStyle/>
          <a:p>
            <a:fld id="{7834947A-1B05-2B43-AD85-E646CE852B9E}" type="slidenum">
              <a:rPr lang="it-IT" smtClean="0"/>
              <a:t>‹#›</a:t>
            </a:fld>
            <a:endParaRPr lang="it-IT"/>
          </a:p>
        </p:txBody>
      </p:sp>
    </p:spTree>
    <p:extLst>
      <p:ext uri="{BB962C8B-B14F-4D97-AF65-F5344CB8AC3E}">
        <p14:creationId xmlns:p14="http://schemas.microsoft.com/office/powerpoint/2010/main" val="230600608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lvl1pPr>
              <a:defRPr/>
            </a:lvl1pPr>
          </a:lstStyle>
          <a:p>
            <a:r>
              <a:rPr lang="it-IT"/>
              <a:t>Fare clic per modificare lo stile del titolo</a:t>
            </a:r>
          </a:p>
        </p:txBody>
      </p:sp>
      <p:sp>
        <p:nvSpPr>
          <p:cNvPr id="3" name="Segnaposto tes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stili del testo dello schema</a:t>
            </a:r>
          </a:p>
        </p:txBody>
      </p:sp>
      <p:sp>
        <p:nvSpPr>
          <p:cNvPr id="4" name="Segnaposto contenut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stili del testo dello schema</a:t>
            </a:r>
          </a:p>
        </p:txBody>
      </p:sp>
      <p:sp>
        <p:nvSpPr>
          <p:cNvPr id="6" name="Segnaposto contenut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p:cNvSpPr>
            <a:spLocks noGrp="1"/>
          </p:cNvSpPr>
          <p:nvPr>
            <p:ph type="dt" sz="half" idx="10"/>
          </p:nvPr>
        </p:nvSpPr>
        <p:spPr>
          <a:xfrm>
            <a:off x="457200" y="6356350"/>
            <a:ext cx="2133600" cy="365125"/>
          </a:xfrm>
          <a:prstGeom prst="rect">
            <a:avLst/>
          </a:prstGeom>
        </p:spPr>
        <p:txBody>
          <a:bodyPr/>
          <a:lstStyle/>
          <a:p>
            <a:fld id="{B96E2279-029F-964F-A5B1-8676BDA67CCA}" type="datetimeFigureOut">
              <a:rPr lang="it-IT" smtClean="0"/>
              <a:t>06/12/22</a:t>
            </a:fld>
            <a:endParaRPr lang="it-IT"/>
          </a:p>
        </p:txBody>
      </p:sp>
      <p:sp>
        <p:nvSpPr>
          <p:cNvPr id="8" name="Segnaposto piè di pagina 7"/>
          <p:cNvSpPr>
            <a:spLocks noGrp="1"/>
          </p:cNvSpPr>
          <p:nvPr>
            <p:ph type="ftr" sz="quarter" idx="11"/>
          </p:nvPr>
        </p:nvSpPr>
        <p:spPr>
          <a:xfrm>
            <a:off x="3124200" y="6356350"/>
            <a:ext cx="2895600" cy="365125"/>
          </a:xfrm>
          <a:prstGeom prst="rect">
            <a:avLst/>
          </a:prstGeom>
        </p:spPr>
        <p:txBody>
          <a:bodyPr/>
          <a:lstStyle/>
          <a:p>
            <a:endParaRPr lang="it-IT"/>
          </a:p>
        </p:txBody>
      </p:sp>
      <p:sp>
        <p:nvSpPr>
          <p:cNvPr id="9" name="Segnaposto numero diapositiva 8"/>
          <p:cNvSpPr>
            <a:spLocks noGrp="1"/>
          </p:cNvSpPr>
          <p:nvPr>
            <p:ph type="sldNum" sz="quarter" idx="12"/>
          </p:nvPr>
        </p:nvSpPr>
        <p:spPr>
          <a:xfrm>
            <a:off x="6553200" y="6356350"/>
            <a:ext cx="2133600" cy="365125"/>
          </a:xfrm>
          <a:prstGeom prst="rect">
            <a:avLst/>
          </a:prstGeom>
        </p:spPr>
        <p:txBody>
          <a:bodyPr/>
          <a:lstStyle/>
          <a:p>
            <a:fld id="{7834947A-1B05-2B43-AD85-E646CE852B9E}" type="slidenum">
              <a:rPr lang="it-IT" smtClean="0"/>
              <a:t>‹#›</a:t>
            </a:fld>
            <a:endParaRPr lang="it-IT"/>
          </a:p>
        </p:txBody>
      </p:sp>
    </p:spTree>
    <p:extLst>
      <p:ext uri="{BB962C8B-B14F-4D97-AF65-F5344CB8AC3E}">
        <p14:creationId xmlns:p14="http://schemas.microsoft.com/office/powerpoint/2010/main" val="84095329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a:t>
            </a:r>
          </a:p>
        </p:txBody>
      </p:sp>
      <p:sp>
        <p:nvSpPr>
          <p:cNvPr id="3" name="Segnaposto data 2"/>
          <p:cNvSpPr>
            <a:spLocks noGrp="1"/>
          </p:cNvSpPr>
          <p:nvPr>
            <p:ph type="dt" sz="half" idx="10"/>
          </p:nvPr>
        </p:nvSpPr>
        <p:spPr>
          <a:xfrm>
            <a:off x="457200" y="6356350"/>
            <a:ext cx="2133600" cy="365125"/>
          </a:xfrm>
          <a:prstGeom prst="rect">
            <a:avLst/>
          </a:prstGeom>
        </p:spPr>
        <p:txBody>
          <a:bodyPr/>
          <a:lstStyle/>
          <a:p>
            <a:fld id="{B96E2279-029F-964F-A5B1-8676BDA67CCA}" type="datetimeFigureOut">
              <a:rPr lang="it-IT" smtClean="0"/>
              <a:t>06/12/22</a:t>
            </a:fld>
            <a:endParaRPr lang="it-IT"/>
          </a:p>
        </p:txBody>
      </p:sp>
      <p:sp>
        <p:nvSpPr>
          <p:cNvPr id="4" name="Segnaposto piè di pagina 3"/>
          <p:cNvSpPr>
            <a:spLocks noGrp="1"/>
          </p:cNvSpPr>
          <p:nvPr>
            <p:ph type="ftr" sz="quarter" idx="11"/>
          </p:nvPr>
        </p:nvSpPr>
        <p:spPr>
          <a:xfrm>
            <a:off x="3124200" y="6356350"/>
            <a:ext cx="2895600" cy="365125"/>
          </a:xfrm>
          <a:prstGeom prst="rect">
            <a:avLst/>
          </a:prstGeom>
        </p:spPr>
        <p:txBody>
          <a:bodyPr/>
          <a:lstStyle/>
          <a:p>
            <a:endParaRPr lang="it-IT"/>
          </a:p>
        </p:txBody>
      </p:sp>
      <p:sp>
        <p:nvSpPr>
          <p:cNvPr id="5" name="Segnaposto numero diapositiva 4"/>
          <p:cNvSpPr>
            <a:spLocks noGrp="1"/>
          </p:cNvSpPr>
          <p:nvPr>
            <p:ph type="sldNum" sz="quarter" idx="12"/>
          </p:nvPr>
        </p:nvSpPr>
        <p:spPr>
          <a:xfrm>
            <a:off x="6553200" y="6356350"/>
            <a:ext cx="2133600" cy="365125"/>
          </a:xfrm>
          <a:prstGeom prst="rect">
            <a:avLst/>
          </a:prstGeom>
        </p:spPr>
        <p:txBody>
          <a:bodyPr/>
          <a:lstStyle/>
          <a:p>
            <a:fld id="{7834947A-1B05-2B43-AD85-E646CE852B9E}" type="slidenum">
              <a:rPr lang="it-IT" smtClean="0"/>
              <a:t>‹#›</a:t>
            </a:fld>
            <a:endParaRPr lang="it-IT"/>
          </a:p>
        </p:txBody>
      </p:sp>
    </p:spTree>
    <p:extLst>
      <p:ext uri="{BB962C8B-B14F-4D97-AF65-F5344CB8AC3E}">
        <p14:creationId xmlns:p14="http://schemas.microsoft.com/office/powerpoint/2010/main" val="347844212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o">
    <p:spTree>
      <p:nvGrpSpPr>
        <p:cNvPr id="1" name=""/>
        <p:cNvGrpSpPr/>
        <p:nvPr/>
      </p:nvGrpSpPr>
      <p:grpSpPr>
        <a:xfrm>
          <a:off x="0" y="0"/>
          <a:ext cx="0" cy="0"/>
          <a:chOff x="0" y="0"/>
          <a:chExt cx="0" cy="0"/>
        </a:xfrm>
      </p:grpSpPr>
      <p:sp>
        <p:nvSpPr>
          <p:cNvPr id="2" name="Segnaposto data 1"/>
          <p:cNvSpPr>
            <a:spLocks noGrp="1"/>
          </p:cNvSpPr>
          <p:nvPr>
            <p:ph type="dt" sz="half" idx="10"/>
          </p:nvPr>
        </p:nvSpPr>
        <p:spPr>
          <a:xfrm>
            <a:off x="457200" y="6356350"/>
            <a:ext cx="2133600" cy="365125"/>
          </a:xfrm>
          <a:prstGeom prst="rect">
            <a:avLst/>
          </a:prstGeom>
        </p:spPr>
        <p:txBody>
          <a:bodyPr/>
          <a:lstStyle/>
          <a:p>
            <a:fld id="{B96E2279-029F-964F-A5B1-8676BDA67CCA}" type="datetimeFigureOut">
              <a:rPr lang="it-IT" smtClean="0"/>
              <a:t>06/12/22</a:t>
            </a:fld>
            <a:endParaRPr lang="it-IT"/>
          </a:p>
        </p:txBody>
      </p:sp>
      <p:sp>
        <p:nvSpPr>
          <p:cNvPr id="3" name="Segnaposto piè di pagina 2"/>
          <p:cNvSpPr>
            <a:spLocks noGrp="1"/>
          </p:cNvSpPr>
          <p:nvPr>
            <p:ph type="ftr" sz="quarter" idx="11"/>
          </p:nvPr>
        </p:nvSpPr>
        <p:spPr>
          <a:xfrm>
            <a:off x="3124200" y="6356350"/>
            <a:ext cx="2895600" cy="365125"/>
          </a:xfrm>
          <a:prstGeom prst="rect">
            <a:avLst/>
          </a:prstGeom>
        </p:spPr>
        <p:txBody>
          <a:bodyPr/>
          <a:lstStyle/>
          <a:p>
            <a:endParaRPr lang="it-IT"/>
          </a:p>
        </p:txBody>
      </p:sp>
      <p:sp>
        <p:nvSpPr>
          <p:cNvPr id="4" name="Segnaposto numero diapositiva 3"/>
          <p:cNvSpPr>
            <a:spLocks noGrp="1"/>
          </p:cNvSpPr>
          <p:nvPr>
            <p:ph type="sldNum" sz="quarter" idx="12"/>
          </p:nvPr>
        </p:nvSpPr>
        <p:spPr>
          <a:xfrm>
            <a:off x="6553200" y="6356350"/>
            <a:ext cx="2133600" cy="365125"/>
          </a:xfrm>
          <a:prstGeom prst="rect">
            <a:avLst/>
          </a:prstGeom>
        </p:spPr>
        <p:txBody>
          <a:bodyPr/>
          <a:lstStyle/>
          <a:p>
            <a:fld id="{7834947A-1B05-2B43-AD85-E646CE852B9E}" type="slidenum">
              <a:rPr lang="it-IT" smtClean="0"/>
              <a:t>‹#›</a:t>
            </a:fld>
            <a:endParaRPr lang="it-IT"/>
          </a:p>
        </p:txBody>
      </p:sp>
    </p:spTree>
    <p:extLst>
      <p:ext uri="{BB962C8B-B14F-4D97-AF65-F5344CB8AC3E}">
        <p14:creationId xmlns:p14="http://schemas.microsoft.com/office/powerpoint/2010/main" val="192597777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457200" y="273050"/>
            <a:ext cx="3008313" cy="1162050"/>
          </a:xfrm>
        </p:spPr>
        <p:txBody>
          <a:bodyPr anchor="b"/>
          <a:lstStyle>
            <a:lvl1pPr algn="l">
              <a:defRPr sz="2000" b="1"/>
            </a:lvl1pPr>
          </a:lstStyle>
          <a:p>
            <a:r>
              <a:rPr lang="it-IT"/>
              <a:t>Fare clic per modificare lo stile del titolo</a:t>
            </a:r>
          </a:p>
        </p:txBody>
      </p:sp>
      <p:sp>
        <p:nvSpPr>
          <p:cNvPr id="3" name="Segnaposto contenut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stili del testo dello schema</a:t>
            </a:r>
          </a:p>
        </p:txBody>
      </p:sp>
      <p:sp>
        <p:nvSpPr>
          <p:cNvPr id="5" name="Segnaposto data 4"/>
          <p:cNvSpPr>
            <a:spLocks noGrp="1"/>
          </p:cNvSpPr>
          <p:nvPr>
            <p:ph type="dt" sz="half" idx="10"/>
          </p:nvPr>
        </p:nvSpPr>
        <p:spPr>
          <a:xfrm>
            <a:off x="457200" y="6356350"/>
            <a:ext cx="2133600" cy="365125"/>
          </a:xfrm>
          <a:prstGeom prst="rect">
            <a:avLst/>
          </a:prstGeom>
        </p:spPr>
        <p:txBody>
          <a:bodyPr/>
          <a:lstStyle/>
          <a:p>
            <a:fld id="{B96E2279-029F-964F-A5B1-8676BDA67CCA}" type="datetimeFigureOut">
              <a:rPr lang="it-IT" smtClean="0"/>
              <a:t>06/12/22</a:t>
            </a:fld>
            <a:endParaRPr lang="it-IT"/>
          </a:p>
        </p:txBody>
      </p:sp>
      <p:sp>
        <p:nvSpPr>
          <p:cNvPr id="6" name="Segnaposto piè di pagina 5"/>
          <p:cNvSpPr>
            <a:spLocks noGrp="1"/>
          </p:cNvSpPr>
          <p:nvPr>
            <p:ph type="ftr" sz="quarter" idx="11"/>
          </p:nvPr>
        </p:nvSpPr>
        <p:spPr>
          <a:xfrm>
            <a:off x="3124200" y="6356350"/>
            <a:ext cx="2895600" cy="365125"/>
          </a:xfrm>
          <a:prstGeom prst="rect">
            <a:avLst/>
          </a:prstGeom>
        </p:spPr>
        <p:txBody>
          <a:bodyPr/>
          <a:lstStyle/>
          <a:p>
            <a:endParaRPr lang="it-IT"/>
          </a:p>
        </p:txBody>
      </p:sp>
      <p:sp>
        <p:nvSpPr>
          <p:cNvPr id="7" name="Segnaposto numero diapositiva 6"/>
          <p:cNvSpPr>
            <a:spLocks noGrp="1"/>
          </p:cNvSpPr>
          <p:nvPr>
            <p:ph type="sldNum" sz="quarter" idx="12"/>
          </p:nvPr>
        </p:nvSpPr>
        <p:spPr>
          <a:xfrm>
            <a:off x="6553200" y="6356350"/>
            <a:ext cx="2133600" cy="365125"/>
          </a:xfrm>
          <a:prstGeom prst="rect">
            <a:avLst/>
          </a:prstGeom>
        </p:spPr>
        <p:txBody>
          <a:bodyPr/>
          <a:lstStyle/>
          <a:p>
            <a:fld id="{7834947A-1B05-2B43-AD85-E646CE852B9E}" type="slidenum">
              <a:rPr lang="it-IT" smtClean="0"/>
              <a:t>‹#›</a:t>
            </a:fld>
            <a:endParaRPr lang="it-IT"/>
          </a:p>
        </p:txBody>
      </p:sp>
    </p:spTree>
    <p:extLst>
      <p:ext uri="{BB962C8B-B14F-4D97-AF65-F5344CB8AC3E}">
        <p14:creationId xmlns:p14="http://schemas.microsoft.com/office/powerpoint/2010/main" val="386758578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1792288" y="4800600"/>
            <a:ext cx="5486400" cy="566738"/>
          </a:xfrm>
        </p:spPr>
        <p:txBody>
          <a:bodyPr anchor="b"/>
          <a:lstStyle>
            <a:lvl1pPr algn="l">
              <a:defRPr sz="2000" b="1"/>
            </a:lvl1pPr>
          </a:lstStyle>
          <a:p>
            <a:r>
              <a:rPr lang="it-IT"/>
              <a:t>Fare clic per modificare lo stile del titolo</a:t>
            </a:r>
          </a:p>
        </p:txBody>
      </p:sp>
      <p:sp>
        <p:nvSpPr>
          <p:cNvPr id="3" name="Segnaposto immagin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p>
        </p:txBody>
      </p:sp>
      <p:sp>
        <p:nvSpPr>
          <p:cNvPr id="4" name="Segnaposto tes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stili del testo dello schema</a:t>
            </a:r>
          </a:p>
        </p:txBody>
      </p:sp>
      <p:sp>
        <p:nvSpPr>
          <p:cNvPr id="5" name="Segnaposto data 4"/>
          <p:cNvSpPr>
            <a:spLocks noGrp="1"/>
          </p:cNvSpPr>
          <p:nvPr>
            <p:ph type="dt" sz="half" idx="10"/>
          </p:nvPr>
        </p:nvSpPr>
        <p:spPr>
          <a:xfrm>
            <a:off x="457200" y="6356350"/>
            <a:ext cx="2133600" cy="365125"/>
          </a:xfrm>
          <a:prstGeom prst="rect">
            <a:avLst/>
          </a:prstGeom>
        </p:spPr>
        <p:txBody>
          <a:bodyPr/>
          <a:lstStyle/>
          <a:p>
            <a:fld id="{B96E2279-029F-964F-A5B1-8676BDA67CCA}" type="datetimeFigureOut">
              <a:rPr lang="it-IT" smtClean="0"/>
              <a:t>06/12/22</a:t>
            </a:fld>
            <a:endParaRPr lang="it-IT"/>
          </a:p>
        </p:txBody>
      </p:sp>
      <p:sp>
        <p:nvSpPr>
          <p:cNvPr id="6" name="Segnaposto piè di pagina 5"/>
          <p:cNvSpPr>
            <a:spLocks noGrp="1"/>
          </p:cNvSpPr>
          <p:nvPr>
            <p:ph type="ftr" sz="quarter" idx="11"/>
          </p:nvPr>
        </p:nvSpPr>
        <p:spPr>
          <a:xfrm>
            <a:off x="3124200" y="6356350"/>
            <a:ext cx="2895600" cy="365125"/>
          </a:xfrm>
          <a:prstGeom prst="rect">
            <a:avLst/>
          </a:prstGeom>
        </p:spPr>
        <p:txBody>
          <a:bodyPr/>
          <a:lstStyle/>
          <a:p>
            <a:endParaRPr lang="it-IT"/>
          </a:p>
        </p:txBody>
      </p:sp>
      <p:sp>
        <p:nvSpPr>
          <p:cNvPr id="7" name="Segnaposto numero diapositiva 6"/>
          <p:cNvSpPr>
            <a:spLocks noGrp="1"/>
          </p:cNvSpPr>
          <p:nvPr>
            <p:ph type="sldNum" sz="quarter" idx="12"/>
          </p:nvPr>
        </p:nvSpPr>
        <p:spPr>
          <a:xfrm>
            <a:off x="6553200" y="6356350"/>
            <a:ext cx="2133600" cy="365125"/>
          </a:xfrm>
          <a:prstGeom prst="rect">
            <a:avLst/>
          </a:prstGeom>
        </p:spPr>
        <p:txBody>
          <a:bodyPr/>
          <a:lstStyle/>
          <a:p>
            <a:fld id="{7834947A-1B05-2B43-AD85-E646CE852B9E}" type="slidenum">
              <a:rPr lang="it-IT" smtClean="0"/>
              <a:t>‹#›</a:t>
            </a:fld>
            <a:endParaRPr lang="it-IT"/>
          </a:p>
        </p:txBody>
      </p:sp>
    </p:spTree>
    <p:extLst>
      <p:ext uri="{BB962C8B-B14F-4D97-AF65-F5344CB8AC3E}">
        <p14:creationId xmlns:p14="http://schemas.microsoft.com/office/powerpoint/2010/main" val="254806384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a:t>
            </a:r>
          </a:p>
        </p:txBody>
      </p:sp>
      <p:sp>
        <p:nvSpPr>
          <p:cNvPr id="3" name="Segnaposto testo verticale 2"/>
          <p:cNvSpPr>
            <a:spLocks noGrp="1"/>
          </p:cNvSpPr>
          <p:nvPr>
            <p:ph type="body" orient="vert" idx="1"/>
          </p:nvPr>
        </p:nvSpPr>
        <p:spPr/>
        <p:txBody>
          <a:bodyPr vert="eaVert"/>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a:xfrm>
            <a:off x="457200" y="6356350"/>
            <a:ext cx="2133600" cy="365125"/>
          </a:xfrm>
          <a:prstGeom prst="rect">
            <a:avLst/>
          </a:prstGeom>
        </p:spPr>
        <p:txBody>
          <a:bodyPr/>
          <a:lstStyle/>
          <a:p>
            <a:fld id="{B96E2279-029F-964F-A5B1-8676BDA67CCA}" type="datetimeFigureOut">
              <a:rPr lang="it-IT" smtClean="0"/>
              <a:t>06/12/22</a:t>
            </a:fld>
            <a:endParaRPr lang="it-IT"/>
          </a:p>
        </p:txBody>
      </p:sp>
      <p:sp>
        <p:nvSpPr>
          <p:cNvPr id="5" name="Segnaposto piè di pagina 4"/>
          <p:cNvSpPr>
            <a:spLocks noGrp="1"/>
          </p:cNvSpPr>
          <p:nvPr>
            <p:ph type="ftr" sz="quarter" idx="11"/>
          </p:nvPr>
        </p:nvSpPr>
        <p:spPr>
          <a:xfrm>
            <a:off x="3124200" y="6356350"/>
            <a:ext cx="2895600" cy="365125"/>
          </a:xfrm>
          <a:prstGeom prst="rect">
            <a:avLst/>
          </a:prstGeom>
        </p:spPr>
        <p:txBody>
          <a:bodyPr/>
          <a:lstStyle/>
          <a:p>
            <a:endParaRPr lang="it-IT"/>
          </a:p>
        </p:txBody>
      </p:sp>
      <p:sp>
        <p:nvSpPr>
          <p:cNvPr id="6" name="Segnaposto numero diapositiva 5"/>
          <p:cNvSpPr>
            <a:spLocks noGrp="1"/>
          </p:cNvSpPr>
          <p:nvPr>
            <p:ph type="sldNum" sz="quarter" idx="12"/>
          </p:nvPr>
        </p:nvSpPr>
        <p:spPr>
          <a:xfrm>
            <a:off x="6553200" y="6356350"/>
            <a:ext cx="2133600" cy="365125"/>
          </a:xfrm>
          <a:prstGeom prst="rect">
            <a:avLst/>
          </a:prstGeom>
        </p:spPr>
        <p:txBody>
          <a:bodyPr/>
          <a:lstStyle/>
          <a:p>
            <a:fld id="{7834947A-1B05-2B43-AD85-E646CE852B9E}" type="slidenum">
              <a:rPr lang="it-IT" smtClean="0"/>
              <a:t>‹#›</a:t>
            </a:fld>
            <a:endParaRPr lang="it-IT"/>
          </a:p>
        </p:txBody>
      </p:sp>
    </p:spTree>
    <p:extLst>
      <p:ext uri="{BB962C8B-B14F-4D97-AF65-F5344CB8AC3E}">
        <p14:creationId xmlns:p14="http://schemas.microsoft.com/office/powerpoint/2010/main" val="119155541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olo verticale e testo">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6629400" y="274638"/>
            <a:ext cx="2057400" cy="5851525"/>
          </a:xfrm>
        </p:spPr>
        <p:txBody>
          <a:bodyPr vert="eaVert"/>
          <a:lstStyle/>
          <a:p>
            <a:r>
              <a:rPr lang="it-IT"/>
              <a:t>Fare clic per modificare lo stile del titolo</a:t>
            </a:r>
          </a:p>
        </p:txBody>
      </p:sp>
      <p:sp>
        <p:nvSpPr>
          <p:cNvPr id="3" name="Segnaposto testo verticale 2"/>
          <p:cNvSpPr>
            <a:spLocks noGrp="1"/>
          </p:cNvSpPr>
          <p:nvPr>
            <p:ph type="body" orient="vert" idx="1"/>
          </p:nvPr>
        </p:nvSpPr>
        <p:spPr>
          <a:xfrm>
            <a:off x="457200" y="274638"/>
            <a:ext cx="6019800" cy="5851525"/>
          </a:xfrm>
        </p:spPr>
        <p:txBody>
          <a:bodyPr vert="eaVert"/>
          <a:lstStyle/>
          <a:p>
            <a:pPr lvl="0"/>
            <a:r>
              <a:rPr lang="it-IT"/>
              <a:t>Fare clic per modificare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p:cNvSpPr>
            <a:spLocks noGrp="1"/>
          </p:cNvSpPr>
          <p:nvPr>
            <p:ph type="dt" sz="half" idx="10"/>
          </p:nvPr>
        </p:nvSpPr>
        <p:spPr>
          <a:xfrm>
            <a:off x="457200" y="6356350"/>
            <a:ext cx="2133600" cy="365125"/>
          </a:xfrm>
          <a:prstGeom prst="rect">
            <a:avLst/>
          </a:prstGeom>
        </p:spPr>
        <p:txBody>
          <a:bodyPr/>
          <a:lstStyle/>
          <a:p>
            <a:fld id="{B96E2279-029F-964F-A5B1-8676BDA67CCA}" type="datetimeFigureOut">
              <a:rPr lang="it-IT" smtClean="0"/>
              <a:t>06/12/22</a:t>
            </a:fld>
            <a:endParaRPr lang="it-IT"/>
          </a:p>
        </p:txBody>
      </p:sp>
      <p:sp>
        <p:nvSpPr>
          <p:cNvPr id="5" name="Segnaposto piè di pagina 4"/>
          <p:cNvSpPr>
            <a:spLocks noGrp="1"/>
          </p:cNvSpPr>
          <p:nvPr>
            <p:ph type="ftr" sz="quarter" idx="11"/>
          </p:nvPr>
        </p:nvSpPr>
        <p:spPr>
          <a:xfrm>
            <a:off x="3124200" y="6356350"/>
            <a:ext cx="2895600" cy="365125"/>
          </a:xfrm>
          <a:prstGeom prst="rect">
            <a:avLst/>
          </a:prstGeom>
        </p:spPr>
        <p:txBody>
          <a:bodyPr/>
          <a:lstStyle/>
          <a:p>
            <a:endParaRPr lang="it-IT"/>
          </a:p>
        </p:txBody>
      </p:sp>
      <p:sp>
        <p:nvSpPr>
          <p:cNvPr id="6" name="Segnaposto numero diapositiva 5"/>
          <p:cNvSpPr>
            <a:spLocks noGrp="1"/>
          </p:cNvSpPr>
          <p:nvPr>
            <p:ph type="sldNum" sz="quarter" idx="12"/>
          </p:nvPr>
        </p:nvSpPr>
        <p:spPr>
          <a:xfrm>
            <a:off x="6553200" y="6356350"/>
            <a:ext cx="2133600" cy="365125"/>
          </a:xfrm>
          <a:prstGeom prst="rect">
            <a:avLst/>
          </a:prstGeom>
        </p:spPr>
        <p:txBody>
          <a:bodyPr/>
          <a:lstStyle/>
          <a:p>
            <a:fld id="{7834947A-1B05-2B43-AD85-E646CE852B9E}" type="slidenum">
              <a:rPr lang="it-IT" smtClean="0"/>
              <a:t>‹#›</a:t>
            </a:fld>
            <a:endParaRPr lang="it-IT"/>
          </a:p>
        </p:txBody>
      </p:sp>
    </p:spTree>
    <p:extLst>
      <p:ext uri="{BB962C8B-B14F-4D97-AF65-F5344CB8AC3E}">
        <p14:creationId xmlns:p14="http://schemas.microsoft.com/office/powerpoint/2010/main" val="28336697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Diapositiva titolo">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609177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Diapositiva titolo">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280542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288521" y="139166"/>
            <a:ext cx="8581043" cy="840400"/>
          </a:xfrm>
          <a:prstGeom prst="rect">
            <a:avLst/>
          </a:prstGeom>
        </p:spPr>
        <p:txBody>
          <a:bodyPr vert="horz" lIns="91440" tIns="45720" rIns="91440" bIns="45720" rtlCol="0" anchor="t" anchorCtr="0">
            <a:normAutofit/>
          </a:bodyPr>
          <a:lstStyle/>
          <a:p>
            <a:r>
              <a:rPr lang="it-IT" dirty="0"/>
              <a:t>Fare clic per modificare stile</a:t>
            </a:r>
          </a:p>
        </p:txBody>
      </p:sp>
      <p:sp>
        <p:nvSpPr>
          <p:cNvPr id="3" name="Segnaposto testo 2"/>
          <p:cNvSpPr>
            <a:spLocks noGrp="1"/>
          </p:cNvSpPr>
          <p:nvPr>
            <p:ph type="body" idx="1"/>
          </p:nvPr>
        </p:nvSpPr>
        <p:spPr>
          <a:xfrm>
            <a:off x="457200" y="1600200"/>
            <a:ext cx="8143452" cy="4525963"/>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Tree>
    <p:extLst>
      <p:ext uri="{BB962C8B-B14F-4D97-AF65-F5344CB8AC3E}">
        <p14:creationId xmlns:p14="http://schemas.microsoft.com/office/powerpoint/2010/main" val="11196115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xStyles>
    <p:titleStyle>
      <a:lvl1pPr marL="0" indent="0" algn="l" defTabSz="457200" rtl="0" eaLnBrk="1" latinLnBrk="0" hangingPunct="1">
        <a:spcBef>
          <a:spcPct val="0"/>
        </a:spcBef>
        <a:buNone/>
        <a:defRPr sz="2200" b="1" kern="1200">
          <a:solidFill>
            <a:schemeClr val="bg1"/>
          </a:solidFill>
          <a:latin typeface="Arial"/>
          <a:ea typeface="+mj-ea"/>
          <a:cs typeface="Arial"/>
        </a:defRPr>
      </a:lvl1pPr>
    </p:titleStyle>
    <p:bodyStyle>
      <a:lvl1pPr marL="0" indent="0" algn="l" defTabSz="457200" rtl="0" eaLnBrk="1" latinLnBrk="0" hangingPunct="1">
        <a:spcBef>
          <a:spcPct val="20000"/>
        </a:spcBef>
        <a:buFont typeface="Wingdings" charset="2"/>
        <a:buNone/>
        <a:defRPr sz="2200" kern="1200">
          <a:solidFill>
            <a:schemeClr val="tx1"/>
          </a:solidFill>
          <a:latin typeface="Arial"/>
          <a:ea typeface="+mn-ea"/>
          <a:cs typeface="Arial"/>
        </a:defRPr>
      </a:lvl1pPr>
      <a:lvl2pPr marL="742950" indent="-285750" algn="l" defTabSz="457200" rtl="0" eaLnBrk="1" latinLnBrk="0" hangingPunct="1">
        <a:spcBef>
          <a:spcPct val="20000"/>
        </a:spcBef>
        <a:buFont typeface="Arial"/>
        <a:buChar char="–"/>
        <a:defRPr sz="2200" kern="1200">
          <a:solidFill>
            <a:schemeClr val="tx1"/>
          </a:solidFill>
          <a:latin typeface="Arial"/>
          <a:ea typeface="+mn-ea"/>
          <a:cs typeface="Arial"/>
        </a:defRPr>
      </a:lvl2pPr>
      <a:lvl3pPr marL="1143000" indent="-228600" algn="l" defTabSz="457200" rtl="0" eaLnBrk="1" latinLnBrk="0" hangingPunct="1">
        <a:spcBef>
          <a:spcPct val="20000"/>
        </a:spcBef>
        <a:buFont typeface="Arial"/>
        <a:buChar char="•"/>
        <a:defRPr sz="2200" kern="1200">
          <a:solidFill>
            <a:schemeClr val="tx1"/>
          </a:solidFill>
          <a:latin typeface="Arial"/>
          <a:ea typeface="+mn-ea"/>
          <a:cs typeface="Arial"/>
        </a:defRPr>
      </a:lvl3pPr>
      <a:lvl4pPr marL="1600200" indent="-228600" algn="l" defTabSz="457200" rtl="0" eaLnBrk="1" latinLnBrk="0" hangingPunct="1">
        <a:spcBef>
          <a:spcPct val="20000"/>
        </a:spcBef>
        <a:buFont typeface="Arial"/>
        <a:buChar char="–"/>
        <a:defRPr sz="2200" kern="1200">
          <a:solidFill>
            <a:schemeClr val="tx1"/>
          </a:solidFill>
          <a:latin typeface="Arial"/>
          <a:ea typeface="+mn-ea"/>
          <a:cs typeface="Arial"/>
        </a:defRPr>
      </a:lvl4pPr>
      <a:lvl5pPr marL="2057400" indent="-228600" algn="l" defTabSz="457200" rtl="0" eaLnBrk="1" latinLnBrk="0" hangingPunct="1">
        <a:spcBef>
          <a:spcPct val="20000"/>
        </a:spcBef>
        <a:buFont typeface="Arial"/>
        <a:buChar char="»"/>
        <a:defRPr sz="2200" kern="1200">
          <a:solidFill>
            <a:schemeClr val="tx1"/>
          </a:solidFill>
          <a:latin typeface="Arial"/>
          <a:ea typeface="+mn-ea"/>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it-IT"/>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em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www.overleaf.com/project/63515ce30659266f3659cda8" TargetMode="External"/><Relationship Id="rId2" Type="http://schemas.openxmlformats.org/officeDocument/2006/relationships/hyperlink" Target="https://github.com/alessandroromito/SMBUD-project2022"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t="17598" b="14682"/>
          <a:stretch/>
        </p:blipFill>
        <p:spPr bwMode="auto">
          <a:xfrm>
            <a:off x="0" y="0"/>
            <a:ext cx="9144000" cy="414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itolo 4"/>
          <p:cNvSpPr>
            <a:spLocks noGrp="1"/>
          </p:cNvSpPr>
          <p:nvPr>
            <p:ph type="ctrTitle" idx="4294967295"/>
          </p:nvPr>
        </p:nvSpPr>
        <p:spPr>
          <a:xfrm>
            <a:off x="641534" y="4149725"/>
            <a:ext cx="7772400" cy="968375"/>
          </a:xfrm>
        </p:spPr>
        <p:txBody>
          <a:bodyPr>
            <a:noAutofit/>
          </a:bodyPr>
          <a:lstStyle/>
          <a:p>
            <a:pPr algn="ctr"/>
            <a:r>
              <a:rPr lang="it-IT" sz="2800" dirty="0"/>
              <a:t>Titolo presentazione</a:t>
            </a:r>
            <a:br>
              <a:rPr lang="it-IT" sz="2800" dirty="0"/>
            </a:br>
            <a:r>
              <a:rPr lang="it-IT" sz="2800" dirty="0"/>
              <a:t>sottotitolo</a:t>
            </a:r>
          </a:p>
        </p:txBody>
      </p:sp>
      <p:sp>
        <p:nvSpPr>
          <p:cNvPr id="11" name="Sottotitolo 10"/>
          <p:cNvSpPr>
            <a:spLocks noGrp="1"/>
          </p:cNvSpPr>
          <p:nvPr>
            <p:ph type="subTitle" idx="4294967295"/>
          </p:nvPr>
        </p:nvSpPr>
        <p:spPr>
          <a:xfrm>
            <a:off x="641534" y="5118100"/>
            <a:ext cx="7772400" cy="1333500"/>
          </a:xfrm>
        </p:spPr>
        <p:txBody>
          <a:bodyPr>
            <a:normAutofit/>
          </a:bodyPr>
          <a:lstStyle/>
          <a:p>
            <a:pPr algn="ctr"/>
            <a:r>
              <a:rPr lang="it-IT" b="1" dirty="0">
                <a:solidFill>
                  <a:schemeClr val="bg1"/>
                </a:solidFill>
              </a:rPr>
              <a:t>Milano, XX mese 20XX</a:t>
            </a:r>
          </a:p>
          <a:p>
            <a:endParaRPr lang="it-IT" dirty="0"/>
          </a:p>
        </p:txBody>
      </p:sp>
      <p:pic>
        <p:nvPicPr>
          <p:cNvPr id="1028" name="Picture 4" descr="Y:\IMMAGINE _COORDINATA_2014\LOGO_UFFICIALE\01_Polimi_centrato\eps\01_Polimi_centrato_COL_negativo.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14725" y="1996654"/>
            <a:ext cx="2133600" cy="1573118"/>
          </a:xfrm>
          <a:prstGeom prst="rect">
            <a:avLst/>
          </a:prstGeom>
          <a:noFill/>
          <a:extLst>
            <a:ext uri="{909E8E84-426E-40DD-AFC4-6F175D3DCCD1}">
              <a14:hiddenFill xmlns:a14="http://schemas.microsoft.com/office/drawing/2010/main">
                <a:solidFill>
                  <a:srgbClr val="FFFFFF"/>
                </a:solidFill>
              </a14:hiddenFill>
            </a:ext>
          </a:extLst>
        </p:spPr>
      </p:pic>
      <p:sp>
        <p:nvSpPr>
          <p:cNvPr id="9" name="Rettangolo 8"/>
          <p:cNvSpPr/>
          <p:nvPr/>
        </p:nvSpPr>
        <p:spPr>
          <a:xfrm>
            <a:off x="0" y="3832224"/>
            <a:ext cx="9144000" cy="3025776"/>
          </a:xfrm>
          <a:prstGeom prst="rect">
            <a:avLst/>
          </a:prstGeom>
          <a:solidFill>
            <a:srgbClr val="728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a:p>
        </p:txBody>
      </p:sp>
      <p:grpSp>
        <p:nvGrpSpPr>
          <p:cNvPr id="10" name="Gruppo 9"/>
          <p:cNvGrpSpPr/>
          <p:nvPr/>
        </p:nvGrpSpPr>
        <p:grpSpPr>
          <a:xfrm>
            <a:off x="48007" y="3816351"/>
            <a:ext cx="9036647" cy="180000"/>
            <a:chOff x="1218340" y="275867"/>
            <a:chExt cx="17715122" cy="567843"/>
          </a:xfrm>
        </p:grpSpPr>
        <p:cxnSp>
          <p:nvCxnSpPr>
            <p:cNvPr id="12" name="Connettore 1 11"/>
            <p:cNvCxnSpPr/>
            <p:nvPr userDrawn="1"/>
          </p:nvCxnSpPr>
          <p:spPr>
            <a:xfrm>
              <a:off x="121834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3" name="Connettore 1 12"/>
            <p:cNvCxnSpPr/>
            <p:nvPr userDrawn="1"/>
          </p:nvCxnSpPr>
          <p:spPr>
            <a:xfrm>
              <a:off x="136720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4" name="Connettore 1 13"/>
            <p:cNvCxnSpPr/>
            <p:nvPr userDrawn="1"/>
          </p:nvCxnSpPr>
          <p:spPr>
            <a:xfrm>
              <a:off x="151607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5" name="Connettore 1 14"/>
            <p:cNvCxnSpPr/>
            <p:nvPr userDrawn="1"/>
          </p:nvCxnSpPr>
          <p:spPr>
            <a:xfrm>
              <a:off x="166494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6" name="Connettore 1 15"/>
            <p:cNvCxnSpPr/>
            <p:nvPr userDrawn="1"/>
          </p:nvCxnSpPr>
          <p:spPr>
            <a:xfrm>
              <a:off x="181380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 name="Connettore 1 16"/>
            <p:cNvCxnSpPr/>
            <p:nvPr userDrawn="1"/>
          </p:nvCxnSpPr>
          <p:spPr>
            <a:xfrm>
              <a:off x="196267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 name="Connettore 1 17"/>
            <p:cNvCxnSpPr/>
            <p:nvPr userDrawn="1"/>
          </p:nvCxnSpPr>
          <p:spPr>
            <a:xfrm>
              <a:off x="211154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 name="Connettore 1 18"/>
            <p:cNvCxnSpPr/>
            <p:nvPr userDrawn="1"/>
          </p:nvCxnSpPr>
          <p:spPr>
            <a:xfrm>
              <a:off x="226040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 name="Connettore 1 19"/>
            <p:cNvCxnSpPr/>
            <p:nvPr userDrawn="1"/>
          </p:nvCxnSpPr>
          <p:spPr>
            <a:xfrm>
              <a:off x="240927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 name="Connettore 1 20"/>
            <p:cNvCxnSpPr/>
            <p:nvPr userDrawn="1"/>
          </p:nvCxnSpPr>
          <p:spPr>
            <a:xfrm>
              <a:off x="255814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 name="Connettore 1 21"/>
            <p:cNvCxnSpPr/>
            <p:nvPr userDrawn="1"/>
          </p:nvCxnSpPr>
          <p:spPr>
            <a:xfrm>
              <a:off x="270701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 name="Connettore 1 22"/>
            <p:cNvCxnSpPr/>
            <p:nvPr userDrawn="1"/>
          </p:nvCxnSpPr>
          <p:spPr>
            <a:xfrm>
              <a:off x="285587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 name="Connettore 1 23"/>
            <p:cNvCxnSpPr/>
            <p:nvPr userDrawn="1"/>
          </p:nvCxnSpPr>
          <p:spPr>
            <a:xfrm>
              <a:off x="300474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 name="Connettore 1 24"/>
            <p:cNvCxnSpPr/>
            <p:nvPr userDrawn="1"/>
          </p:nvCxnSpPr>
          <p:spPr>
            <a:xfrm>
              <a:off x="315361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6" name="Connettore 1 25"/>
            <p:cNvCxnSpPr/>
            <p:nvPr userDrawn="1"/>
          </p:nvCxnSpPr>
          <p:spPr>
            <a:xfrm>
              <a:off x="330247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7" name="Connettore 1 26"/>
            <p:cNvCxnSpPr/>
            <p:nvPr userDrawn="1"/>
          </p:nvCxnSpPr>
          <p:spPr>
            <a:xfrm>
              <a:off x="345134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8" name="Connettore 1 27"/>
            <p:cNvCxnSpPr/>
            <p:nvPr userDrawn="1"/>
          </p:nvCxnSpPr>
          <p:spPr>
            <a:xfrm>
              <a:off x="360021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9" name="Connettore 1 28"/>
            <p:cNvCxnSpPr/>
            <p:nvPr userDrawn="1"/>
          </p:nvCxnSpPr>
          <p:spPr>
            <a:xfrm>
              <a:off x="374907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0" name="Connettore 1 29"/>
            <p:cNvCxnSpPr/>
            <p:nvPr userDrawn="1"/>
          </p:nvCxnSpPr>
          <p:spPr>
            <a:xfrm>
              <a:off x="389794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1" name="Connettore 1 30"/>
            <p:cNvCxnSpPr/>
            <p:nvPr userDrawn="1"/>
          </p:nvCxnSpPr>
          <p:spPr>
            <a:xfrm>
              <a:off x="404681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2" name="Connettore 1 31"/>
            <p:cNvCxnSpPr/>
            <p:nvPr userDrawn="1"/>
          </p:nvCxnSpPr>
          <p:spPr>
            <a:xfrm>
              <a:off x="419568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3" name="Connettore 1 32"/>
            <p:cNvCxnSpPr/>
            <p:nvPr userDrawn="1"/>
          </p:nvCxnSpPr>
          <p:spPr>
            <a:xfrm>
              <a:off x="434454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4" name="Connettore 1 33"/>
            <p:cNvCxnSpPr/>
            <p:nvPr userDrawn="1"/>
          </p:nvCxnSpPr>
          <p:spPr>
            <a:xfrm>
              <a:off x="449341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5" name="Connettore 1 34"/>
            <p:cNvCxnSpPr/>
            <p:nvPr userDrawn="1"/>
          </p:nvCxnSpPr>
          <p:spPr>
            <a:xfrm>
              <a:off x="464228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6" name="Connettore 1 35"/>
            <p:cNvCxnSpPr/>
            <p:nvPr userDrawn="1"/>
          </p:nvCxnSpPr>
          <p:spPr>
            <a:xfrm>
              <a:off x="479114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7" name="Connettore 1 36"/>
            <p:cNvCxnSpPr/>
            <p:nvPr userDrawn="1"/>
          </p:nvCxnSpPr>
          <p:spPr>
            <a:xfrm>
              <a:off x="494001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8" name="Connettore 1 37"/>
            <p:cNvCxnSpPr/>
            <p:nvPr userDrawn="1"/>
          </p:nvCxnSpPr>
          <p:spPr>
            <a:xfrm>
              <a:off x="508888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9" name="Connettore 1 38"/>
            <p:cNvCxnSpPr/>
            <p:nvPr userDrawn="1"/>
          </p:nvCxnSpPr>
          <p:spPr>
            <a:xfrm>
              <a:off x="523774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0" name="Connettore 1 39"/>
            <p:cNvCxnSpPr/>
            <p:nvPr userDrawn="1"/>
          </p:nvCxnSpPr>
          <p:spPr>
            <a:xfrm>
              <a:off x="538661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1" name="Connettore 1 40"/>
            <p:cNvCxnSpPr/>
            <p:nvPr userDrawn="1"/>
          </p:nvCxnSpPr>
          <p:spPr>
            <a:xfrm>
              <a:off x="553548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2" name="Connettore 1 41"/>
            <p:cNvCxnSpPr/>
            <p:nvPr userDrawn="1"/>
          </p:nvCxnSpPr>
          <p:spPr>
            <a:xfrm>
              <a:off x="568435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3" name="Connettore 1 42"/>
            <p:cNvCxnSpPr/>
            <p:nvPr userDrawn="1"/>
          </p:nvCxnSpPr>
          <p:spPr>
            <a:xfrm>
              <a:off x="583321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4" name="Connettore 1 43"/>
            <p:cNvCxnSpPr/>
            <p:nvPr userDrawn="1"/>
          </p:nvCxnSpPr>
          <p:spPr>
            <a:xfrm>
              <a:off x="598208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5" name="Connettore 1 44"/>
            <p:cNvCxnSpPr/>
            <p:nvPr userDrawn="1"/>
          </p:nvCxnSpPr>
          <p:spPr>
            <a:xfrm>
              <a:off x="613095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6" name="Connettore 1 45"/>
            <p:cNvCxnSpPr/>
            <p:nvPr userDrawn="1"/>
          </p:nvCxnSpPr>
          <p:spPr>
            <a:xfrm>
              <a:off x="627981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7" name="Connettore 1 46"/>
            <p:cNvCxnSpPr/>
            <p:nvPr userDrawn="1"/>
          </p:nvCxnSpPr>
          <p:spPr>
            <a:xfrm>
              <a:off x="642868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8" name="Connettore 1 47"/>
            <p:cNvCxnSpPr/>
            <p:nvPr userDrawn="1"/>
          </p:nvCxnSpPr>
          <p:spPr>
            <a:xfrm>
              <a:off x="657755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9" name="Connettore 1 48"/>
            <p:cNvCxnSpPr/>
            <p:nvPr userDrawn="1"/>
          </p:nvCxnSpPr>
          <p:spPr>
            <a:xfrm>
              <a:off x="672641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0" name="Connettore 1 49"/>
            <p:cNvCxnSpPr/>
            <p:nvPr userDrawn="1"/>
          </p:nvCxnSpPr>
          <p:spPr>
            <a:xfrm>
              <a:off x="687528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1" name="Connettore 1 50"/>
            <p:cNvCxnSpPr/>
            <p:nvPr userDrawn="1"/>
          </p:nvCxnSpPr>
          <p:spPr>
            <a:xfrm>
              <a:off x="702415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2" name="Connettore 1 51"/>
            <p:cNvCxnSpPr/>
            <p:nvPr userDrawn="1"/>
          </p:nvCxnSpPr>
          <p:spPr>
            <a:xfrm>
              <a:off x="717302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3" name="Connettore 1 52"/>
            <p:cNvCxnSpPr/>
            <p:nvPr userDrawn="1"/>
          </p:nvCxnSpPr>
          <p:spPr>
            <a:xfrm>
              <a:off x="732188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4" name="Connettore 1 53"/>
            <p:cNvCxnSpPr/>
            <p:nvPr userDrawn="1"/>
          </p:nvCxnSpPr>
          <p:spPr>
            <a:xfrm>
              <a:off x="747075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5" name="Connettore 1 54"/>
            <p:cNvCxnSpPr/>
            <p:nvPr userDrawn="1"/>
          </p:nvCxnSpPr>
          <p:spPr>
            <a:xfrm>
              <a:off x="761962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6" name="Connettore 1 55"/>
            <p:cNvCxnSpPr/>
            <p:nvPr userDrawn="1"/>
          </p:nvCxnSpPr>
          <p:spPr>
            <a:xfrm>
              <a:off x="776848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7" name="Connettore 1 56"/>
            <p:cNvCxnSpPr/>
            <p:nvPr userDrawn="1"/>
          </p:nvCxnSpPr>
          <p:spPr>
            <a:xfrm>
              <a:off x="791735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8" name="Connettore 1 57"/>
            <p:cNvCxnSpPr/>
            <p:nvPr userDrawn="1"/>
          </p:nvCxnSpPr>
          <p:spPr>
            <a:xfrm>
              <a:off x="806622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9" name="Connettore 1 58"/>
            <p:cNvCxnSpPr/>
            <p:nvPr userDrawn="1"/>
          </p:nvCxnSpPr>
          <p:spPr>
            <a:xfrm>
              <a:off x="821508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0" name="Connettore 1 59"/>
            <p:cNvCxnSpPr/>
            <p:nvPr userDrawn="1"/>
          </p:nvCxnSpPr>
          <p:spPr>
            <a:xfrm>
              <a:off x="836395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1" name="Connettore 1 60"/>
            <p:cNvCxnSpPr/>
            <p:nvPr userDrawn="1"/>
          </p:nvCxnSpPr>
          <p:spPr>
            <a:xfrm>
              <a:off x="851282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2" name="Connettore 1 61"/>
            <p:cNvCxnSpPr/>
            <p:nvPr userDrawn="1"/>
          </p:nvCxnSpPr>
          <p:spPr>
            <a:xfrm>
              <a:off x="866169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3" name="Connettore 1 62"/>
            <p:cNvCxnSpPr/>
            <p:nvPr userDrawn="1"/>
          </p:nvCxnSpPr>
          <p:spPr>
            <a:xfrm>
              <a:off x="881055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4" name="Connettore 1 63"/>
            <p:cNvCxnSpPr/>
            <p:nvPr userDrawn="1"/>
          </p:nvCxnSpPr>
          <p:spPr>
            <a:xfrm>
              <a:off x="895942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5" name="Connettore 1 64"/>
            <p:cNvCxnSpPr/>
            <p:nvPr userDrawn="1"/>
          </p:nvCxnSpPr>
          <p:spPr>
            <a:xfrm>
              <a:off x="910829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6" name="Connettore 1 65"/>
            <p:cNvCxnSpPr/>
            <p:nvPr userDrawn="1"/>
          </p:nvCxnSpPr>
          <p:spPr>
            <a:xfrm>
              <a:off x="925715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7" name="Connettore 1 66"/>
            <p:cNvCxnSpPr/>
            <p:nvPr userDrawn="1"/>
          </p:nvCxnSpPr>
          <p:spPr>
            <a:xfrm>
              <a:off x="940602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8" name="Connettore 1 67"/>
            <p:cNvCxnSpPr/>
            <p:nvPr userDrawn="1"/>
          </p:nvCxnSpPr>
          <p:spPr>
            <a:xfrm>
              <a:off x="955489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9" name="Connettore 1 68"/>
            <p:cNvCxnSpPr/>
            <p:nvPr userDrawn="1"/>
          </p:nvCxnSpPr>
          <p:spPr>
            <a:xfrm>
              <a:off x="970375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0" name="Connettore 1 69"/>
            <p:cNvCxnSpPr/>
            <p:nvPr userDrawn="1"/>
          </p:nvCxnSpPr>
          <p:spPr>
            <a:xfrm>
              <a:off x="985262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1" name="Connettore 1 70"/>
            <p:cNvCxnSpPr/>
            <p:nvPr userDrawn="1"/>
          </p:nvCxnSpPr>
          <p:spPr>
            <a:xfrm>
              <a:off x="1000149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2" name="Connettore 1 71"/>
            <p:cNvCxnSpPr/>
            <p:nvPr userDrawn="1"/>
          </p:nvCxnSpPr>
          <p:spPr>
            <a:xfrm>
              <a:off x="1015036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3" name="Connettore 1 72"/>
            <p:cNvCxnSpPr/>
            <p:nvPr userDrawn="1"/>
          </p:nvCxnSpPr>
          <p:spPr>
            <a:xfrm>
              <a:off x="1029922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4" name="Connettore 1 73"/>
            <p:cNvCxnSpPr/>
            <p:nvPr userDrawn="1"/>
          </p:nvCxnSpPr>
          <p:spPr>
            <a:xfrm>
              <a:off x="1044809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5" name="Connettore 1 74"/>
            <p:cNvCxnSpPr/>
            <p:nvPr userDrawn="1"/>
          </p:nvCxnSpPr>
          <p:spPr>
            <a:xfrm>
              <a:off x="1059696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6" name="Connettore 1 75"/>
            <p:cNvCxnSpPr/>
            <p:nvPr userDrawn="1"/>
          </p:nvCxnSpPr>
          <p:spPr>
            <a:xfrm>
              <a:off x="1074582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7" name="Connettore 1 76"/>
            <p:cNvCxnSpPr/>
            <p:nvPr userDrawn="1"/>
          </p:nvCxnSpPr>
          <p:spPr>
            <a:xfrm>
              <a:off x="1089469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8" name="Connettore 1 77"/>
            <p:cNvCxnSpPr/>
            <p:nvPr userDrawn="1"/>
          </p:nvCxnSpPr>
          <p:spPr>
            <a:xfrm>
              <a:off x="1104356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9" name="Connettore 1 78"/>
            <p:cNvCxnSpPr/>
            <p:nvPr userDrawn="1"/>
          </p:nvCxnSpPr>
          <p:spPr>
            <a:xfrm>
              <a:off x="1119242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0" name="Connettore 1 79"/>
            <p:cNvCxnSpPr/>
            <p:nvPr userDrawn="1"/>
          </p:nvCxnSpPr>
          <p:spPr>
            <a:xfrm>
              <a:off x="1134129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1" name="Connettore 1 80"/>
            <p:cNvCxnSpPr/>
            <p:nvPr userDrawn="1"/>
          </p:nvCxnSpPr>
          <p:spPr>
            <a:xfrm>
              <a:off x="1149016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2" name="Connettore 1 81"/>
            <p:cNvCxnSpPr/>
            <p:nvPr userDrawn="1"/>
          </p:nvCxnSpPr>
          <p:spPr>
            <a:xfrm>
              <a:off x="1163903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3" name="Connettore 1 82"/>
            <p:cNvCxnSpPr/>
            <p:nvPr userDrawn="1"/>
          </p:nvCxnSpPr>
          <p:spPr>
            <a:xfrm>
              <a:off x="1178789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4" name="Connettore 1 83"/>
            <p:cNvCxnSpPr/>
            <p:nvPr userDrawn="1"/>
          </p:nvCxnSpPr>
          <p:spPr>
            <a:xfrm>
              <a:off x="1193676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5" name="Connettore 1 84"/>
            <p:cNvCxnSpPr/>
            <p:nvPr userDrawn="1"/>
          </p:nvCxnSpPr>
          <p:spPr>
            <a:xfrm>
              <a:off x="1208563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6" name="Connettore 1 85"/>
            <p:cNvCxnSpPr/>
            <p:nvPr userDrawn="1"/>
          </p:nvCxnSpPr>
          <p:spPr>
            <a:xfrm>
              <a:off x="1223449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7" name="Connettore 1 86"/>
            <p:cNvCxnSpPr/>
            <p:nvPr userDrawn="1"/>
          </p:nvCxnSpPr>
          <p:spPr>
            <a:xfrm>
              <a:off x="1238336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8" name="Connettore 1 87"/>
            <p:cNvCxnSpPr/>
            <p:nvPr userDrawn="1"/>
          </p:nvCxnSpPr>
          <p:spPr>
            <a:xfrm>
              <a:off x="1253223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9" name="Connettore 1 88"/>
            <p:cNvCxnSpPr/>
            <p:nvPr userDrawn="1"/>
          </p:nvCxnSpPr>
          <p:spPr>
            <a:xfrm>
              <a:off x="1268109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0" name="Connettore 1 89"/>
            <p:cNvCxnSpPr/>
            <p:nvPr userDrawn="1"/>
          </p:nvCxnSpPr>
          <p:spPr>
            <a:xfrm>
              <a:off x="1282996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1" name="Connettore 1 90"/>
            <p:cNvCxnSpPr/>
            <p:nvPr userDrawn="1"/>
          </p:nvCxnSpPr>
          <p:spPr>
            <a:xfrm>
              <a:off x="1297883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2" name="Connettore 1 91"/>
            <p:cNvCxnSpPr/>
            <p:nvPr userDrawn="1"/>
          </p:nvCxnSpPr>
          <p:spPr>
            <a:xfrm>
              <a:off x="1312770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3" name="Connettore 1 92"/>
            <p:cNvCxnSpPr/>
            <p:nvPr userDrawn="1"/>
          </p:nvCxnSpPr>
          <p:spPr>
            <a:xfrm>
              <a:off x="1327656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4" name="Connettore 1 93"/>
            <p:cNvCxnSpPr/>
            <p:nvPr userDrawn="1"/>
          </p:nvCxnSpPr>
          <p:spPr>
            <a:xfrm>
              <a:off x="1342543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5" name="Connettore 1 94"/>
            <p:cNvCxnSpPr/>
            <p:nvPr userDrawn="1"/>
          </p:nvCxnSpPr>
          <p:spPr>
            <a:xfrm>
              <a:off x="1357430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6" name="Connettore 1 95"/>
            <p:cNvCxnSpPr/>
            <p:nvPr userDrawn="1"/>
          </p:nvCxnSpPr>
          <p:spPr>
            <a:xfrm>
              <a:off x="1372316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7" name="Connettore 1 96"/>
            <p:cNvCxnSpPr/>
            <p:nvPr userDrawn="1"/>
          </p:nvCxnSpPr>
          <p:spPr>
            <a:xfrm>
              <a:off x="1387203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8" name="Connettore 1 97"/>
            <p:cNvCxnSpPr/>
            <p:nvPr userDrawn="1"/>
          </p:nvCxnSpPr>
          <p:spPr>
            <a:xfrm>
              <a:off x="1402090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9" name="Connettore 1 98"/>
            <p:cNvCxnSpPr/>
            <p:nvPr userDrawn="1"/>
          </p:nvCxnSpPr>
          <p:spPr>
            <a:xfrm>
              <a:off x="1416976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0" name="Connettore 1 99"/>
            <p:cNvCxnSpPr/>
            <p:nvPr userDrawn="1"/>
          </p:nvCxnSpPr>
          <p:spPr>
            <a:xfrm>
              <a:off x="1431863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1" name="Connettore 1 100"/>
            <p:cNvCxnSpPr/>
            <p:nvPr userDrawn="1"/>
          </p:nvCxnSpPr>
          <p:spPr>
            <a:xfrm>
              <a:off x="1446750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2" name="Connettore 1 101"/>
            <p:cNvCxnSpPr/>
            <p:nvPr userDrawn="1"/>
          </p:nvCxnSpPr>
          <p:spPr>
            <a:xfrm>
              <a:off x="1461637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3" name="Connettore 1 102"/>
            <p:cNvCxnSpPr/>
            <p:nvPr userDrawn="1"/>
          </p:nvCxnSpPr>
          <p:spPr>
            <a:xfrm>
              <a:off x="1476523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4" name="Connettore 1 103"/>
            <p:cNvCxnSpPr/>
            <p:nvPr userDrawn="1"/>
          </p:nvCxnSpPr>
          <p:spPr>
            <a:xfrm>
              <a:off x="1491410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5" name="Connettore 1 104"/>
            <p:cNvCxnSpPr/>
            <p:nvPr userDrawn="1"/>
          </p:nvCxnSpPr>
          <p:spPr>
            <a:xfrm>
              <a:off x="1506297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6" name="Connettore 1 105"/>
            <p:cNvCxnSpPr/>
            <p:nvPr userDrawn="1"/>
          </p:nvCxnSpPr>
          <p:spPr>
            <a:xfrm>
              <a:off x="1521183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7" name="Connettore 1 106"/>
            <p:cNvCxnSpPr/>
            <p:nvPr userDrawn="1"/>
          </p:nvCxnSpPr>
          <p:spPr>
            <a:xfrm>
              <a:off x="1536070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8" name="Connettore 1 107"/>
            <p:cNvCxnSpPr/>
            <p:nvPr userDrawn="1"/>
          </p:nvCxnSpPr>
          <p:spPr>
            <a:xfrm>
              <a:off x="1550957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9" name="Connettore 1 108"/>
            <p:cNvCxnSpPr/>
            <p:nvPr userDrawn="1"/>
          </p:nvCxnSpPr>
          <p:spPr>
            <a:xfrm>
              <a:off x="1565843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0" name="Connettore 1 109"/>
            <p:cNvCxnSpPr/>
            <p:nvPr userDrawn="1"/>
          </p:nvCxnSpPr>
          <p:spPr>
            <a:xfrm>
              <a:off x="1580730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1" name="Connettore 1 110"/>
            <p:cNvCxnSpPr/>
            <p:nvPr userDrawn="1"/>
          </p:nvCxnSpPr>
          <p:spPr>
            <a:xfrm>
              <a:off x="1595617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2" name="Connettore 1 111"/>
            <p:cNvCxnSpPr/>
            <p:nvPr userDrawn="1"/>
          </p:nvCxnSpPr>
          <p:spPr>
            <a:xfrm>
              <a:off x="1610504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3" name="Connettore 1 112"/>
            <p:cNvCxnSpPr/>
            <p:nvPr userDrawn="1"/>
          </p:nvCxnSpPr>
          <p:spPr>
            <a:xfrm>
              <a:off x="1625390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4" name="Connettore 1 113"/>
            <p:cNvCxnSpPr/>
            <p:nvPr userDrawn="1"/>
          </p:nvCxnSpPr>
          <p:spPr>
            <a:xfrm>
              <a:off x="1640277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5" name="Connettore 1 114"/>
            <p:cNvCxnSpPr/>
            <p:nvPr userDrawn="1"/>
          </p:nvCxnSpPr>
          <p:spPr>
            <a:xfrm>
              <a:off x="1655164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6" name="Connettore 1 115"/>
            <p:cNvCxnSpPr/>
            <p:nvPr userDrawn="1"/>
          </p:nvCxnSpPr>
          <p:spPr>
            <a:xfrm>
              <a:off x="1670050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7" name="Connettore 1 116"/>
            <p:cNvCxnSpPr/>
            <p:nvPr userDrawn="1"/>
          </p:nvCxnSpPr>
          <p:spPr>
            <a:xfrm>
              <a:off x="1684937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8" name="Connettore 1 117"/>
            <p:cNvCxnSpPr/>
            <p:nvPr userDrawn="1"/>
          </p:nvCxnSpPr>
          <p:spPr>
            <a:xfrm>
              <a:off x="1699824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9" name="Connettore 1 118"/>
            <p:cNvCxnSpPr/>
            <p:nvPr userDrawn="1"/>
          </p:nvCxnSpPr>
          <p:spPr>
            <a:xfrm>
              <a:off x="1714710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0" name="Connettore 1 119"/>
            <p:cNvCxnSpPr/>
            <p:nvPr userDrawn="1"/>
          </p:nvCxnSpPr>
          <p:spPr>
            <a:xfrm>
              <a:off x="1729597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1" name="Connettore 1 120"/>
            <p:cNvCxnSpPr/>
            <p:nvPr userDrawn="1"/>
          </p:nvCxnSpPr>
          <p:spPr>
            <a:xfrm>
              <a:off x="1744484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2" name="Connettore 1 121"/>
            <p:cNvCxnSpPr/>
            <p:nvPr userDrawn="1"/>
          </p:nvCxnSpPr>
          <p:spPr>
            <a:xfrm>
              <a:off x="1759371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3" name="Connettore 1 122"/>
            <p:cNvCxnSpPr/>
            <p:nvPr userDrawn="1"/>
          </p:nvCxnSpPr>
          <p:spPr>
            <a:xfrm>
              <a:off x="1774257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4" name="Connettore 1 123"/>
            <p:cNvCxnSpPr/>
            <p:nvPr userDrawn="1"/>
          </p:nvCxnSpPr>
          <p:spPr>
            <a:xfrm>
              <a:off x="1789144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5" name="Connettore 1 124"/>
            <p:cNvCxnSpPr/>
            <p:nvPr userDrawn="1"/>
          </p:nvCxnSpPr>
          <p:spPr>
            <a:xfrm>
              <a:off x="1804031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6" name="Connettore 1 125"/>
            <p:cNvCxnSpPr/>
            <p:nvPr userDrawn="1"/>
          </p:nvCxnSpPr>
          <p:spPr>
            <a:xfrm>
              <a:off x="1818917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7" name="Connettore 1 126"/>
            <p:cNvCxnSpPr/>
            <p:nvPr userDrawn="1"/>
          </p:nvCxnSpPr>
          <p:spPr>
            <a:xfrm>
              <a:off x="1833804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8" name="Connettore 1 127"/>
            <p:cNvCxnSpPr/>
            <p:nvPr userDrawn="1"/>
          </p:nvCxnSpPr>
          <p:spPr>
            <a:xfrm>
              <a:off x="1848691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9" name="Connettore 1 128"/>
            <p:cNvCxnSpPr/>
            <p:nvPr userDrawn="1"/>
          </p:nvCxnSpPr>
          <p:spPr>
            <a:xfrm>
              <a:off x="1863577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30" name="Connettore 1 129"/>
            <p:cNvCxnSpPr/>
            <p:nvPr userDrawn="1"/>
          </p:nvCxnSpPr>
          <p:spPr>
            <a:xfrm>
              <a:off x="1878464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31" name="Connettore 1 130"/>
            <p:cNvCxnSpPr/>
            <p:nvPr userDrawn="1"/>
          </p:nvCxnSpPr>
          <p:spPr>
            <a:xfrm>
              <a:off x="1893346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grpSp>
      <p:sp>
        <p:nvSpPr>
          <p:cNvPr id="132" name="Titolo 1"/>
          <p:cNvSpPr txBox="1">
            <a:spLocks/>
          </p:cNvSpPr>
          <p:nvPr/>
        </p:nvSpPr>
        <p:spPr>
          <a:xfrm>
            <a:off x="641534" y="3927989"/>
            <a:ext cx="7772400" cy="968375"/>
          </a:xfrm>
          <a:prstGeom prst="rect">
            <a:avLst/>
          </a:prstGeom>
        </p:spPr>
        <p:txBody>
          <a:bodyPr>
            <a:normAutofit/>
          </a:bodyPr>
          <a:lstStyle>
            <a:lvl1pPr marL="0" indent="0" algn="l" defTabSz="457200" rtl="0" eaLnBrk="1" latinLnBrk="0" hangingPunct="1">
              <a:spcBef>
                <a:spcPct val="0"/>
              </a:spcBef>
              <a:buNone/>
              <a:defRPr sz="3600" b="1" kern="1200">
                <a:solidFill>
                  <a:schemeClr val="bg1"/>
                </a:solidFill>
                <a:latin typeface="Arial"/>
                <a:ea typeface="+mj-ea"/>
                <a:cs typeface="Arial"/>
              </a:defRPr>
            </a:lvl1pPr>
          </a:lstStyle>
          <a:p>
            <a:r>
              <a:rPr lang="it-IT" dirty="0"/>
              <a:t>SMBUD Project Presentation</a:t>
            </a:r>
          </a:p>
          <a:p>
            <a:endParaRPr lang="it-IT" dirty="0"/>
          </a:p>
        </p:txBody>
      </p:sp>
      <p:sp>
        <p:nvSpPr>
          <p:cNvPr id="133" name="Sottotitolo 2"/>
          <p:cNvSpPr txBox="1">
            <a:spLocks/>
          </p:cNvSpPr>
          <p:nvPr/>
        </p:nvSpPr>
        <p:spPr>
          <a:xfrm>
            <a:off x="350480" y="4633912"/>
            <a:ext cx="7772400" cy="1333500"/>
          </a:xfrm>
          <a:prstGeom prst="rect">
            <a:avLst/>
          </a:prstGeom>
        </p:spPr>
        <p:txBody>
          <a:bodyPr/>
          <a:lstStyle>
            <a:lvl1pPr marL="0" indent="0" algn="l" defTabSz="457200" rtl="0" eaLnBrk="1" latinLnBrk="0" hangingPunct="1">
              <a:spcBef>
                <a:spcPct val="20000"/>
              </a:spcBef>
              <a:buFont typeface="Wingdings" charset="2"/>
              <a:buNone/>
              <a:defRPr sz="2200" kern="1200">
                <a:solidFill>
                  <a:schemeClr val="tx1">
                    <a:tint val="75000"/>
                  </a:schemeClr>
                </a:solidFill>
                <a:latin typeface="Arial"/>
                <a:ea typeface="+mn-ea"/>
                <a:cs typeface="Arial"/>
              </a:defRPr>
            </a:lvl1pPr>
            <a:lvl2pPr marL="457200" indent="0" algn="ctr" defTabSz="457200" rtl="0" eaLnBrk="1" latinLnBrk="0" hangingPunct="1">
              <a:spcBef>
                <a:spcPct val="20000"/>
              </a:spcBef>
              <a:buFont typeface="Arial"/>
              <a:buNone/>
              <a:defRPr sz="2200" kern="1200">
                <a:solidFill>
                  <a:schemeClr val="tx1">
                    <a:tint val="75000"/>
                  </a:schemeClr>
                </a:solidFill>
                <a:latin typeface="Arial"/>
                <a:ea typeface="+mn-ea"/>
                <a:cs typeface="Arial"/>
              </a:defRPr>
            </a:lvl2pPr>
            <a:lvl3pPr marL="914400" indent="0" algn="ctr" defTabSz="457200" rtl="0" eaLnBrk="1" latinLnBrk="0" hangingPunct="1">
              <a:spcBef>
                <a:spcPct val="20000"/>
              </a:spcBef>
              <a:buFont typeface="Arial"/>
              <a:buNone/>
              <a:defRPr sz="2200" kern="1200">
                <a:solidFill>
                  <a:schemeClr val="tx1">
                    <a:tint val="75000"/>
                  </a:schemeClr>
                </a:solidFill>
                <a:latin typeface="Arial"/>
                <a:ea typeface="+mn-ea"/>
                <a:cs typeface="Arial"/>
              </a:defRPr>
            </a:lvl3pPr>
            <a:lvl4pPr marL="1371600" indent="0" algn="ctr" defTabSz="457200" rtl="0" eaLnBrk="1" latinLnBrk="0" hangingPunct="1">
              <a:spcBef>
                <a:spcPct val="20000"/>
              </a:spcBef>
              <a:buFont typeface="Arial"/>
              <a:buNone/>
              <a:defRPr sz="2200" kern="1200">
                <a:solidFill>
                  <a:schemeClr val="tx1">
                    <a:tint val="75000"/>
                  </a:schemeClr>
                </a:solidFill>
                <a:latin typeface="Arial"/>
                <a:ea typeface="+mn-ea"/>
                <a:cs typeface="Arial"/>
              </a:defRPr>
            </a:lvl4pPr>
            <a:lvl5pPr marL="1828800" indent="0" algn="ctr" defTabSz="457200" rtl="0" eaLnBrk="1" latinLnBrk="0" hangingPunct="1">
              <a:spcBef>
                <a:spcPct val="20000"/>
              </a:spcBef>
              <a:buFont typeface="Arial"/>
              <a:buNone/>
              <a:defRPr sz="2200" kern="1200">
                <a:solidFill>
                  <a:schemeClr val="tx1">
                    <a:tint val="75000"/>
                  </a:schemeClr>
                </a:solidFill>
                <a:latin typeface="Arial"/>
                <a:ea typeface="+mn-ea"/>
                <a:cs typeface="Arial"/>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it-IT" dirty="0">
                <a:solidFill>
                  <a:schemeClr val="bg1"/>
                </a:solidFill>
              </a:rPr>
              <a:t>Francesco Riccardi (10651584)</a:t>
            </a:r>
            <a:br>
              <a:rPr lang="it-IT" dirty="0">
                <a:solidFill>
                  <a:schemeClr val="bg1"/>
                </a:solidFill>
              </a:rPr>
            </a:br>
            <a:r>
              <a:rPr lang="it-IT" dirty="0">
                <a:solidFill>
                  <a:schemeClr val="bg1"/>
                </a:solidFill>
              </a:rPr>
              <a:t>Alessandro Romito (10661916)</a:t>
            </a:r>
            <a:br>
              <a:rPr lang="it-IT" dirty="0">
                <a:solidFill>
                  <a:schemeClr val="bg1"/>
                </a:solidFill>
              </a:rPr>
            </a:br>
            <a:r>
              <a:rPr lang="it-IT" dirty="0">
                <a:solidFill>
                  <a:schemeClr val="bg1"/>
                </a:solidFill>
              </a:rPr>
              <a:t>Marco Luca Previtera (10682248)</a:t>
            </a:r>
            <a:br>
              <a:rPr lang="it-IT" dirty="0">
                <a:solidFill>
                  <a:schemeClr val="bg1"/>
                </a:solidFill>
              </a:rPr>
            </a:br>
            <a:r>
              <a:rPr lang="it-IT" dirty="0">
                <a:solidFill>
                  <a:schemeClr val="bg1"/>
                </a:solidFill>
              </a:rPr>
              <a:t>Simone Lo Gatto (10736180)</a:t>
            </a:r>
            <a:br>
              <a:rPr lang="it-IT" dirty="0">
                <a:solidFill>
                  <a:schemeClr val="bg1"/>
                </a:solidFill>
              </a:rPr>
            </a:br>
            <a:r>
              <a:rPr lang="it-IT" dirty="0">
                <a:solidFill>
                  <a:schemeClr val="bg1"/>
                </a:solidFill>
              </a:rPr>
              <a:t>Lorenzo Ferretti(10713719)</a:t>
            </a:r>
          </a:p>
          <a:p>
            <a:r>
              <a:rPr lang="it-IT" dirty="0">
                <a:solidFill>
                  <a:schemeClr val="bg1"/>
                </a:solidFill>
              </a:rPr>
              <a:t>Group-09</a:t>
            </a:r>
          </a:p>
          <a:p>
            <a:endParaRPr lang="it-IT" dirty="0">
              <a:solidFill>
                <a:schemeClr val="bg1"/>
              </a:solidFill>
            </a:endParaRPr>
          </a:p>
          <a:p>
            <a:endParaRPr lang="it-IT" dirty="0">
              <a:solidFill>
                <a:schemeClr val="bg1"/>
              </a:solidFill>
            </a:endParaRPr>
          </a:p>
          <a:p>
            <a:endParaRPr lang="it-IT" dirty="0">
              <a:solidFill>
                <a:schemeClr val="bg1"/>
              </a:solidFill>
            </a:endParaRPr>
          </a:p>
        </p:txBody>
      </p:sp>
      <p:sp>
        <p:nvSpPr>
          <p:cNvPr id="3" name="TextBox 2">
            <a:extLst>
              <a:ext uri="{FF2B5EF4-FFF2-40B4-BE49-F238E27FC236}">
                <a16:creationId xmlns:a16="http://schemas.microsoft.com/office/drawing/2014/main" id="{C3F1EFCE-C560-A11D-2BF0-3ADA836E4D2A}"/>
              </a:ext>
            </a:extLst>
          </p:cNvPr>
          <p:cNvSpPr txBox="1"/>
          <p:nvPr/>
        </p:nvSpPr>
        <p:spPr>
          <a:xfrm>
            <a:off x="4452436" y="4818026"/>
            <a:ext cx="4572000" cy="1754326"/>
          </a:xfrm>
          <a:prstGeom prst="rect">
            <a:avLst/>
          </a:prstGeom>
          <a:noFill/>
        </p:spPr>
        <p:txBody>
          <a:bodyPr wrap="square">
            <a:spAutoFit/>
          </a:bodyPr>
          <a:lstStyle/>
          <a:p>
            <a:pPr algn="r"/>
            <a:r>
              <a:rPr lang="en-GB" dirty="0">
                <a:solidFill>
                  <a:schemeClr val="bg1"/>
                </a:solidFill>
                <a:latin typeface="Arial" panose="020B0604020202020204" pitchFamily="34" charset="0"/>
              </a:rPr>
              <a:t>AA 2022-2023</a:t>
            </a:r>
            <a:endParaRPr lang="en-IT" dirty="0">
              <a:solidFill>
                <a:schemeClr val="bg1"/>
              </a:solidFill>
              <a:latin typeface="Arial" panose="020B0604020202020204" pitchFamily="34" charset="0"/>
              <a:cs typeface="Arial" panose="020B0604020202020204"/>
            </a:endParaRPr>
          </a:p>
          <a:p>
            <a:pPr algn="r"/>
            <a:r>
              <a:rPr lang="en-GB" dirty="0" err="1">
                <a:solidFill>
                  <a:schemeClr val="bg1"/>
                </a:solidFill>
                <a:cs typeface="Arial"/>
              </a:rPr>
              <a:t>Politecnico</a:t>
            </a:r>
            <a:r>
              <a:rPr lang="en-GB" dirty="0">
                <a:solidFill>
                  <a:schemeClr val="bg1"/>
                </a:solidFill>
                <a:cs typeface="Arial"/>
              </a:rPr>
              <a:t> di Milano</a:t>
            </a:r>
          </a:p>
          <a:p>
            <a:pPr algn="r"/>
            <a:endParaRPr lang="en-GB" dirty="0">
              <a:solidFill>
                <a:schemeClr val="bg1"/>
              </a:solidFill>
              <a:cs typeface="Arial"/>
            </a:endParaRPr>
          </a:p>
          <a:p>
            <a:pPr algn="r"/>
            <a:r>
              <a:rPr lang="en-GB" dirty="0">
                <a:solidFill>
                  <a:schemeClr val="bg1"/>
                </a:solidFill>
                <a:cs typeface="Arial"/>
              </a:rPr>
              <a:t>Professors:</a:t>
            </a:r>
          </a:p>
          <a:p>
            <a:pPr algn="r"/>
            <a:r>
              <a:rPr lang="en-GB" dirty="0">
                <a:solidFill>
                  <a:schemeClr val="bg1"/>
                </a:solidFill>
                <a:cs typeface="Arial"/>
              </a:rPr>
              <a:t>Prof. Marco Brambilla</a:t>
            </a:r>
          </a:p>
          <a:p>
            <a:pPr algn="r"/>
            <a:r>
              <a:rPr lang="en-GB" dirty="0" err="1">
                <a:solidFill>
                  <a:schemeClr val="bg1"/>
                </a:solidFill>
                <a:cs typeface="Arial"/>
              </a:rPr>
              <a:t>Dr.</a:t>
            </a:r>
            <a:r>
              <a:rPr lang="en-GB" dirty="0">
                <a:solidFill>
                  <a:schemeClr val="bg1"/>
                </a:solidFill>
                <a:cs typeface="Arial"/>
              </a:rPr>
              <a:t> Andrea </a:t>
            </a:r>
            <a:r>
              <a:rPr lang="en-GB" dirty="0" err="1">
                <a:solidFill>
                  <a:schemeClr val="bg1"/>
                </a:solidFill>
                <a:cs typeface="Arial"/>
              </a:rPr>
              <a:t>Tocchetti</a:t>
            </a:r>
            <a:endParaRPr lang="en-GB" dirty="0">
              <a:solidFill>
                <a:schemeClr val="bg1"/>
              </a:solidFill>
              <a:cs typeface="Arial"/>
            </a:endParaRPr>
          </a:p>
        </p:txBody>
      </p:sp>
    </p:spTree>
    <p:extLst>
      <p:ext uri="{BB962C8B-B14F-4D97-AF65-F5344CB8AC3E}">
        <p14:creationId xmlns:p14="http://schemas.microsoft.com/office/powerpoint/2010/main" val="1751112552"/>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magine 6" descr="01_Polimi_centrato_COL_positivo.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250" y="1721149"/>
            <a:ext cx="2730901" cy="2126951"/>
          </a:xfrm>
          <a:prstGeom prst="rect">
            <a:avLst/>
          </a:prstGeom>
        </p:spPr>
      </p:pic>
      <p:sp>
        <p:nvSpPr>
          <p:cNvPr id="2" name="Titolo 1"/>
          <p:cNvSpPr>
            <a:spLocks noGrp="1"/>
          </p:cNvSpPr>
          <p:nvPr>
            <p:ph type="ctrTitle"/>
          </p:nvPr>
        </p:nvSpPr>
        <p:spPr/>
        <p:txBody>
          <a:bodyPr/>
          <a:lstStyle/>
          <a:p>
            <a:pPr algn="ctr"/>
            <a:r>
              <a:rPr lang="it-IT" dirty="0" err="1"/>
              <a:t>Introduction</a:t>
            </a:r>
            <a:r>
              <a:rPr lang="it-IT" dirty="0"/>
              <a:t> to the project</a:t>
            </a:r>
          </a:p>
        </p:txBody>
      </p:sp>
      <p:pic>
        <p:nvPicPr>
          <p:cNvPr id="4" name="Immagine 5" descr="Immagine che contiene testo&#10;&#10;Descrizione generata automaticamente">
            <a:extLst>
              <a:ext uri="{FF2B5EF4-FFF2-40B4-BE49-F238E27FC236}">
                <a16:creationId xmlns:a16="http://schemas.microsoft.com/office/drawing/2014/main" id="{689D5E4D-47DE-FAA6-DA97-D12EB078E101}"/>
              </a:ext>
            </a:extLst>
          </p:cNvPr>
          <p:cNvPicPr>
            <a:picLocks noChangeAspect="1"/>
          </p:cNvPicPr>
          <p:nvPr/>
        </p:nvPicPr>
        <p:blipFill>
          <a:blip r:embed="rId3"/>
          <a:stretch>
            <a:fillRect/>
          </a:stretch>
        </p:blipFill>
        <p:spPr>
          <a:xfrm>
            <a:off x="2830729" y="4868777"/>
            <a:ext cx="3355942" cy="1725698"/>
          </a:xfrm>
          <a:prstGeom prst="rect">
            <a:avLst/>
          </a:prstGeom>
        </p:spPr>
      </p:pic>
    </p:spTree>
    <p:extLst>
      <p:ext uri="{BB962C8B-B14F-4D97-AF65-F5344CB8AC3E}">
        <p14:creationId xmlns:p14="http://schemas.microsoft.com/office/powerpoint/2010/main" val="498270832"/>
      </p:ext>
    </p:extLst>
  </p:cSld>
  <p:clrMapOvr>
    <a:masterClrMapping/>
  </p:clrMapOvr>
  <mc:AlternateContent xmlns:mc="http://schemas.openxmlformats.org/markup-compatibility/2006">
    <mc:Choice xmlns:p14="http://schemas.microsoft.com/office/powerpoint/2010/main" Requires="p14">
      <p:transition spd="slow" p14:dur="3400">
        <p14:reveal/>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olo 4"/>
          <p:cNvSpPr>
            <a:spLocks noGrp="1"/>
          </p:cNvSpPr>
          <p:nvPr>
            <p:ph type="ctrTitle" idx="4294967295"/>
          </p:nvPr>
        </p:nvSpPr>
        <p:spPr>
          <a:xfrm>
            <a:off x="641534" y="4149725"/>
            <a:ext cx="7772400" cy="968375"/>
          </a:xfrm>
        </p:spPr>
        <p:txBody>
          <a:bodyPr>
            <a:noAutofit/>
          </a:bodyPr>
          <a:lstStyle/>
          <a:p>
            <a:pPr algn="ctr"/>
            <a:r>
              <a:rPr lang="it-IT" sz="2800" dirty="0"/>
              <a:t>Firma convenzione </a:t>
            </a:r>
            <a:br>
              <a:rPr lang="it-IT" sz="2800" dirty="0"/>
            </a:br>
            <a:r>
              <a:rPr lang="it-IT" sz="2800" dirty="0"/>
              <a:t>Politecnico di Milano e Veneranda Fabbrica del Duomo di Milano</a:t>
            </a:r>
          </a:p>
        </p:txBody>
      </p:sp>
      <p:sp>
        <p:nvSpPr>
          <p:cNvPr id="11" name="Sottotitolo 10"/>
          <p:cNvSpPr>
            <a:spLocks noGrp="1"/>
          </p:cNvSpPr>
          <p:nvPr>
            <p:ph type="subTitle" idx="4294967295"/>
          </p:nvPr>
        </p:nvSpPr>
        <p:spPr>
          <a:xfrm>
            <a:off x="641534" y="5743574"/>
            <a:ext cx="7772400" cy="708025"/>
          </a:xfrm>
        </p:spPr>
        <p:txBody>
          <a:bodyPr>
            <a:normAutofit fontScale="92500" lnSpcReduction="10000"/>
          </a:bodyPr>
          <a:lstStyle/>
          <a:p>
            <a:pPr algn="ctr"/>
            <a:r>
              <a:rPr lang="it-IT" b="1" dirty="0">
                <a:solidFill>
                  <a:schemeClr val="bg1"/>
                </a:solidFill>
              </a:rPr>
              <a:t>Aula Magna – Rettorato</a:t>
            </a:r>
          </a:p>
          <a:p>
            <a:pPr algn="ctr"/>
            <a:r>
              <a:rPr lang="it-IT" b="1" dirty="0">
                <a:solidFill>
                  <a:schemeClr val="bg1"/>
                </a:solidFill>
              </a:rPr>
              <a:t>Mercoledì 27 maggio 2015</a:t>
            </a:r>
          </a:p>
          <a:p>
            <a:endParaRPr lang="it-IT" dirty="0"/>
          </a:p>
        </p:txBody>
      </p:sp>
      <p:pic>
        <p:nvPicPr>
          <p:cNvPr id="4" name="Immagin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3836" y="1663827"/>
            <a:ext cx="3084576" cy="1301496"/>
          </a:xfrm>
          <a:prstGeom prst="rect">
            <a:avLst/>
          </a:prstGeom>
        </p:spPr>
      </p:pic>
      <p:sp>
        <p:nvSpPr>
          <p:cNvPr id="7" name="Rettangolo 6"/>
          <p:cNvSpPr/>
          <p:nvPr/>
        </p:nvSpPr>
        <p:spPr>
          <a:xfrm>
            <a:off x="0" y="3832224"/>
            <a:ext cx="9144000" cy="3025776"/>
          </a:xfrm>
          <a:prstGeom prst="rect">
            <a:avLst/>
          </a:prstGeom>
          <a:solidFill>
            <a:srgbClr val="728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a:p>
        </p:txBody>
      </p:sp>
      <p:grpSp>
        <p:nvGrpSpPr>
          <p:cNvPr id="8" name="Gruppo 7"/>
          <p:cNvGrpSpPr/>
          <p:nvPr/>
        </p:nvGrpSpPr>
        <p:grpSpPr>
          <a:xfrm>
            <a:off x="48007" y="3816351"/>
            <a:ext cx="9036647" cy="180000"/>
            <a:chOff x="1218340" y="275867"/>
            <a:chExt cx="17715122" cy="567843"/>
          </a:xfrm>
        </p:grpSpPr>
        <p:cxnSp>
          <p:nvCxnSpPr>
            <p:cNvPr id="9" name="Connettore 1 8"/>
            <p:cNvCxnSpPr/>
            <p:nvPr userDrawn="1"/>
          </p:nvCxnSpPr>
          <p:spPr>
            <a:xfrm>
              <a:off x="121834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 name="Connettore 1 9"/>
            <p:cNvCxnSpPr/>
            <p:nvPr userDrawn="1"/>
          </p:nvCxnSpPr>
          <p:spPr>
            <a:xfrm>
              <a:off x="136720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 name="Connettore 1 11"/>
            <p:cNvCxnSpPr/>
            <p:nvPr userDrawn="1"/>
          </p:nvCxnSpPr>
          <p:spPr>
            <a:xfrm>
              <a:off x="151607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3" name="Connettore 1 12"/>
            <p:cNvCxnSpPr/>
            <p:nvPr userDrawn="1"/>
          </p:nvCxnSpPr>
          <p:spPr>
            <a:xfrm>
              <a:off x="166494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4" name="Connettore 1 13"/>
            <p:cNvCxnSpPr/>
            <p:nvPr userDrawn="1"/>
          </p:nvCxnSpPr>
          <p:spPr>
            <a:xfrm>
              <a:off x="181380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5" name="Connettore 1 14"/>
            <p:cNvCxnSpPr/>
            <p:nvPr userDrawn="1"/>
          </p:nvCxnSpPr>
          <p:spPr>
            <a:xfrm>
              <a:off x="196267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6" name="Connettore 1 15"/>
            <p:cNvCxnSpPr/>
            <p:nvPr userDrawn="1"/>
          </p:nvCxnSpPr>
          <p:spPr>
            <a:xfrm>
              <a:off x="211154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7" name="Connettore 1 16"/>
            <p:cNvCxnSpPr/>
            <p:nvPr userDrawn="1"/>
          </p:nvCxnSpPr>
          <p:spPr>
            <a:xfrm>
              <a:off x="226040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8" name="Connettore 1 17"/>
            <p:cNvCxnSpPr/>
            <p:nvPr userDrawn="1"/>
          </p:nvCxnSpPr>
          <p:spPr>
            <a:xfrm>
              <a:off x="240927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9" name="Connettore 1 18"/>
            <p:cNvCxnSpPr/>
            <p:nvPr userDrawn="1"/>
          </p:nvCxnSpPr>
          <p:spPr>
            <a:xfrm>
              <a:off x="255814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0" name="Connettore 1 19"/>
            <p:cNvCxnSpPr/>
            <p:nvPr userDrawn="1"/>
          </p:nvCxnSpPr>
          <p:spPr>
            <a:xfrm>
              <a:off x="270701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1" name="Connettore 1 20"/>
            <p:cNvCxnSpPr/>
            <p:nvPr userDrawn="1"/>
          </p:nvCxnSpPr>
          <p:spPr>
            <a:xfrm>
              <a:off x="285587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2" name="Connettore 1 21"/>
            <p:cNvCxnSpPr/>
            <p:nvPr userDrawn="1"/>
          </p:nvCxnSpPr>
          <p:spPr>
            <a:xfrm>
              <a:off x="300474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3" name="Connettore 1 22"/>
            <p:cNvCxnSpPr/>
            <p:nvPr userDrawn="1"/>
          </p:nvCxnSpPr>
          <p:spPr>
            <a:xfrm>
              <a:off x="315361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4" name="Connettore 1 23"/>
            <p:cNvCxnSpPr/>
            <p:nvPr userDrawn="1"/>
          </p:nvCxnSpPr>
          <p:spPr>
            <a:xfrm>
              <a:off x="330247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5" name="Connettore 1 24"/>
            <p:cNvCxnSpPr/>
            <p:nvPr userDrawn="1"/>
          </p:nvCxnSpPr>
          <p:spPr>
            <a:xfrm>
              <a:off x="345134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6" name="Connettore 1 25"/>
            <p:cNvCxnSpPr/>
            <p:nvPr userDrawn="1"/>
          </p:nvCxnSpPr>
          <p:spPr>
            <a:xfrm>
              <a:off x="360021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7" name="Connettore 1 26"/>
            <p:cNvCxnSpPr/>
            <p:nvPr userDrawn="1"/>
          </p:nvCxnSpPr>
          <p:spPr>
            <a:xfrm>
              <a:off x="374907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8" name="Connettore 1 27"/>
            <p:cNvCxnSpPr/>
            <p:nvPr userDrawn="1"/>
          </p:nvCxnSpPr>
          <p:spPr>
            <a:xfrm>
              <a:off x="389794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29" name="Connettore 1 28"/>
            <p:cNvCxnSpPr/>
            <p:nvPr userDrawn="1"/>
          </p:nvCxnSpPr>
          <p:spPr>
            <a:xfrm>
              <a:off x="404681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0" name="Connettore 1 29"/>
            <p:cNvCxnSpPr/>
            <p:nvPr userDrawn="1"/>
          </p:nvCxnSpPr>
          <p:spPr>
            <a:xfrm>
              <a:off x="419568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1" name="Connettore 1 30"/>
            <p:cNvCxnSpPr/>
            <p:nvPr userDrawn="1"/>
          </p:nvCxnSpPr>
          <p:spPr>
            <a:xfrm>
              <a:off x="434454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2" name="Connettore 1 31"/>
            <p:cNvCxnSpPr/>
            <p:nvPr userDrawn="1"/>
          </p:nvCxnSpPr>
          <p:spPr>
            <a:xfrm>
              <a:off x="449341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3" name="Connettore 1 32"/>
            <p:cNvCxnSpPr/>
            <p:nvPr userDrawn="1"/>
          </p:nvCxnSpPr>
          <p:spPr>
            <a:xfrm>
              <a:off x="464228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4" name="Connettore 1 33"/>
            <p:cNvCxnSpPr/>
            <p:nvPr userDrawn="1"/>
          </p:nvCxnSpPr>
          <p:spPr>
            <a:xfrm>
              <a:off x="479114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5" name="Connettore 1 34"/>
            <p:cNvCxnSpPr/>
            <p:nvPr userDrawn="1"/>
          </p:nvCxnSpPr>
          <p:spPr>
            <a:xfrm>
              <a:off x="494001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6" name="Connettore 1 35"/>
            <p:cNvCxnSpPr/>
            <p:nvPr userDrawn="1"/>
          </p:nvCxnSpPr>
          <p:spPr>
            <a:xfrm>
              <a:off x="508888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7" name="Connettore 1 36"/>
            <p:cNvCxnSpPr/>
            <p:nvPr userDrawn="1"/>
          </p:nvCxnSpPr>
          <p:spPr>
            <a:xfrm>
              <a:off x="523774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8" name="Connettore 1 37"/>
            <p:cNvCxnSpPr/>
            <p:nvPr userDrawn="1"/>
          </p:nvCxnSpPr>
          <p:spPr>
            <a:xfrm>
              <a:off x="538661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39" name="Connettore 1 38"/>
            <p:cNvCxnSpPr/>
            <p:nvPr userDrawn="1"/>
          </p:nvCxnSpPr>
          <p:spPr>
            <a:xfrm>
              <a:off x="553548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0" name="Connettore 1 39"/>
            <p:cNvCxnSpPr/>
            <p:nvPr userDrawn="1"/>
          </p:nvCxnSpPr>
          <p:spPr>
            <a:xfrm>
              <a:off x="568435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1" name="Connettore 1 40"/>
            <p:cNvCxnSpPr/>
            <p:nvPr userDrawn="1"/>
          </p:nvCxnSpPr>
          <p:spPr>
            <a:xfrm>
              <a:off x="583321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2" name="Connettore 1 41"/>
            <p:cNvCxnSpPr/>
            <p:nvPr userDrawn="1"/>
          </p:nvCxnSpPr>
          <p:spPr>
            <a:xfrm>
              <a:off x="598208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3" name="Connettore 1 42"/>
            <p:cNvCxnSpPr/>
            <p:nvPr userDrawn="1"/>
          </p:nvCxnSpPr>
          <p:spPr>
            <a:xfrm>
              <a:off x="613095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4" name="Connettore 1 43"/>
            <p:cNvCxnSpPr/>
            <p:nvPr userDrawn="1"/>
          </p:nvCxnSpPr>
          <p:spPr>
            <a:xfrm>
              <a:off x="627981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5" name="Connettore 1 44"/>
            <p:cNvCxnSpPr/>
            <p:nvPr userDrawn="1"/>
          </p:nvCxnSpPr>
          <p:spPr>
            <a:xfrm>
              <a:off x="642868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6" name="Connettore 1 45"/>
            <p:cNvCxnSpPr/>
            <p:nvPr userDrawn="1"/>
          </p:nvCxnSpPr>
          <p:spPr>
            <a:xfrm>
              <a:off x="657755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7" name="Connettore 1 46"/>
            <p:cNvCxnSpPr/>
            <p:nvPr userDrawn="1"/>
          </p:nvCxnSpPr>
          <p:spPr>
            <a:xfrm>
              <a:off x="672641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8" name="Connettore 1 47"/>
            <p:cNvCxnSpPr/>
            <p:nvPr userDrawn="1"/>
          </p:nvCxnSpPr>
          <p:spPr>
            <a:xfrm>
              <a:off x="687528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49" name="Connettore 1 48"/>
            <p:cNvCxnSpPr/>
            <p:nvPr userDrawn="1"/>
          </p:nvCxnSpPr>
          <p:spPr>
            <a:xfrm>
              <a:off x="702415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0" name="Connettore 1 49"/>
            <p:cNvCxnSpPr/>
            <p:nvPr userDrawn="1"/>
          </p:nvCxnSpPr>
          <p:spPr>
            <a:xfrm>
              <a:off x="717302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1" name="Connettore 1 50"/>
            <p:cNvCxnSpPr/>
            <p:nvPr userDrawn="1"/>
          </p:nvCxnSpPr>
          <p:spPr>
            <a:xfrm>
              <a:off x="732188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2" name="Connettore 1 51"/>
            <p:cNvCxnSpPr/>
            <p:nvPr userDrawn="1"/>
          </p:nvCxnSpPr>
          <p:spPr>
            <a:xfrm>
              <a:off x="747075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3" name="Connettore 1 52"/>
            <p:cNvCxnSpPr/>
            <p:nvPr userDrawn="1"/>
          </p:nvCxnSpPr>
          <p:spPr>
            <a:xfrm>
              <a:off x="761962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4" name="Connettore 1 53"/>
            <p:cNvCxnSpPr/>
            <p:nvPr userDrawn="1"/>
          </p:nvCxnSpPr>
          <p:spPr>
            <a:xfrm>
              <a:off x="776848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5" name="Connettore 1 54"/>
            <p:cNvCxnSpPr/>
            <p:nvPr userDrawn="1"/>
          </p:nvCxnSpPr>
          <p:spPr>
            <a:xfrm>
              <a:off x="791735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6" name="Connettore 1 55"/>
            <p:cNvCxnSpPr/>
            <p:nvPr userDrawn="1"/>
          </p:nvCxnSpPr>
          <p:spPr>
            <a:xfrm>
              <a:off x="806622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7" name="Connettore 1 56"/>
            <p:cNvCxnSpPr/>
            <p:nvPr userDrawn="1"/>
          </p:nvCxnSpPr>
          <p:spPr>
            <a:xfrm>
              <a:off x="821508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8" name="Connettore 1 57"/>
            <p:cNvCxnSpPr/>
            <p:nvPr userDrawn="1"/>
          </p:nvCxnSpPr>
          <p:spPr>
            <a:xfrm>
              <a:off x="836395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59" name="Connettore 1 58"/>
            <p:cNvCxnSpPr/>
            <p:nvPr userDrawn="1"/>
          </p:nvCxnSpPr>
          <p:spPr>
            <a:xfrm>
              <a:off x="851282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0" name="Connettore 1 59"/>
            <p:cNvCxnSpPr/>
            <p:nvPr userDrawn="1"/>
          </p:nvCxnSpPr>
          <p:spPr>
            <a:xfrm>
              <a:off x="866169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1" name="Connettore 1 60"/>
            <p:cNvCxnSpPr/>
            <p:nvPr userDrawn="1"/>
          </p:nvCxnSpPr>
          <p:spPr>
            <a:xfrm>
              <a:off x="881055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2" name="Connettore 1 61"/>
            <p:cNvCxnSpPr/>
            <p:nvPr userDrawn="1"/>
          </p:nvCxnSpPr>
          <p:spPr>
            <a:xfrm>
              <a:off x="895942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3" name="Connettore 1 62"/>
            <p:cNvCxnSpPr/>
            <p:nvPr userDrawn="1"/>
          </p:nvCxnSpPr>
          <p:spPr>
            <a:xfrm>
              <a:off x="910829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4" name="Connettore 1 63"/>
            <p:cNvCxnSpPr/>
            <p:nvPr userDrawn="1"/>
          </p:nvCxnSpPr>
          <p:spPr>
            <a:xfrm>
              <a:off x="925715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5" name="Connettore 1 64"/>
            <p:cNvCxnSpPr/>
            <p:nvPr userDrawn="1"/>
          </p:nvCxnSpPr>
          <p:spPr>
            <a:xfrm>
              <a:off x="940602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6" name="Connettore 1 65"/>
            <p:cNvCxnSpPr/>
            <p:nvPr userDrawn="1"/>
          </p:nvCxnSpPr>
          <p:spPr>
            <a:xfrm>
              <a:off x="955489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7" name="Connettore 1 66"/>
            <p:cNvCxnSpPr/>
            <p:nvPr userDrawn="1"/>
          </p:nvCxnSpPr>
          <p:spPr>
            <a:xfrm>
              <a:off x="970375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8" name="Connettore 1 67"/>
            <p:cNvCxnSpPr/>
            <p:nvPr userDrawn="1"/>
          </p:nvCxnSpPr>
          <p:spPr>
            <a:xfrm>
              <a:off x="985262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9" name="Connettore 1 68"/>
            <p:cNvCxnSpPr/>
            <p:nvPr userDrawn="1"/>
          </p:nvCxnSpPr>
          <p:spPr>
            <a:xfrm>
              <a:off x="1000149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0" name="Connettore 1 69"/>
            <p:cNvCxnSpPr/>
            <p:nvPr userDrawn="1"/>
          </p:nvCxnSpPr>
          <p:spPr>
            <a:xfrm>
              <a:off x="1015036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1" name="Connettore 1 70"/>
            <p:cNvCxnSpPr/>
            <p:nvPr userDrawn="1"/>
          </p:nvCxnSpPr>
          <p:spPr>
            <a:xfrm>
              <a:off x="1029922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2" name="Connettore 1 71"/>
            <p:cNvCxnSpPr/>
            <p:nvPr userDrawn="1"/>
          </p:nvCxnSpPr>
          <p:spPr>
            <a:xfrm>
              <a:off x="1044809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3" name="Connettore 1 72"/>
            <p:cNvCxnSpPr/>
            <p:nvPr userDrawn="1"/>
          </p:nvCxnSpPr>
          <p:spPr>
            <a:xfrm>
              <a:off x="1059696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4" name="Connettore 1 73"/>
            <p:cNvCxnSpPr/>
            <p:nvPr userDrawn="1"/>
          </p:nvCxnSpPr>
          <p:spPr>
            <a:xfrm>
              <a:off x="1074582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5" name="Connettore 1 74"/>
            <p:cNvCxnSpPr/>
            <p:nvPr userDrawn="1"/>
          </p:nvCxnSpPr>
          <p:spPr>
            <a:xfrm>
              <a:off x="1089469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6" name="Connettore 1 75"/>
            <p:cNvCxnSpPr/>
            <p:nvPr userDrawn="1"/>
          </p:nvCxnSpPr>
          <p:spPr>
            <a:xfrm>
              <a:off x="1104356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7" name="Connettore 1 76"/>
            <p:cNvCxnSpPr/>
            <p:nvPr userDrawn="1"/>
          </p:nvCxnSpPr>
          <p:spPr>
            <a:xfrm>
              <a:off x="1119242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8" name="Connettore 1 77"/>
            <p:cNvCxnSpPr/>
            <p:nvPr userDrawn="1"/>
          </p:nvCxnSpPr>
          <p:spPr>
            <a:xfrm>
              <a:off x="1134129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79" name="Connettore 1 78"/>
            <p:cNvCxnSpPr/>
            <p:nvPr userDrawn="1"/>
          </p:nvCxnSpPr>
          <p:spPr>
            <a:xfrm>
              <a:off x="1149016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0" name="Connettore 1 79"/>
            <p:cNvCxnSpPr/>
            <p:nvPr userDrawn="1"/>
          </p:nvCxnSpPr>
          <p:spPr>
            <a:xfrm>
              <a:off x="1163903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1" name="Connettore 1 80"/>
            <p:cNvCxnSpPr/>
            <p:nvPr userDrawn="1"/>
          </p:nvCxnSpPr>
          <p:spPr>
            <a:xfrm>
              <a:off x="1178789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2" name="Connettore 1 81"/>
            <p:cNvCxnSpPr/>
            <p:nvPr userDrawn="1"/>
          </p:nvCxnSpPr>
          <p:spPr>
            <a:xfrm>
              <a:off x="1193676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3" name="Connettore 1 82"/>
            <p:cNvCxnSpPr/>
            <p:nvPr userDrawn="1"/>
          </p:nvCxnSpPr>
          <p:spPr>
            <a:xfrm>
              <a:off x="1208563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4" name="Connettore 1 83"/>
            <p:cNvCxnSpPr/>
            <p:nvPr userDrawn="1"/>
          </p:nvCxnSpPr>
          <p:spPr>
            <a:xfrm>
              <a:off x="1223449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5" name="Connettore 1 84"/>
            <p:cNvCxnSpPr/>
            <p:nvPr userDrawn="1"/>
          </p:nvCxnSpPr>
          <p:spPr>
            <a:xfrm>
              <a:off x="1238336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6" name="Connettore 1 85"/>
            <p:cNvCxnSpPr/>
            <p:nvPr userDrawn="1"/>
          </p:nvCxnSpPr>
          <p:spPr>
            <a:xfrm>
              <a:off x="1253223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7" name="Connettore 1 86"/>
            <p:cNvCxnSpPr/>
            <p:nvPr userDrawn="1"/>
          </p:nvCxnSpPr>
          <p:spPr>
            <a:xfrm>
              <a:off x="1268109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8" name="Connettore 1 87"/>
            <p:cNvCxnSpPr/>
            <p:nvPr userDrawn="1"/>
          </p:nvCxnSpPr>
          <p:spPr>
            <a:xfrm>
              <a:off x="1282996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89" name="Connettore 1 88"/>
            <p:cNvCxnSpPr/>
            <p:nvPr userDrawn="1"/>
          </p:nvCxnSpPr>
          <p:spPr>
            <a:xfrm>
              <a:off x="1297883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0" name="Connettore 1 89"/>
            <p:cNvCxnSpPr/>
            <p:nvPr userDrawn="1"/>
          </p:nvCxnSpPr>
          <p:spPr>
            <a:xfrm>
              <a:off x="1312770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1" name="Connettore 1 90"/>
            <p:cNvCxnSpPr/>
            <p:nvPr userDrawn="1"/>
          </p:nvCxnSpPr>
          <p:spPr>
            <a:xfrm>
              <a:off x="1327656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2" name="Connettore 1 91"/>
            <p:cNvCxnSpPr/>
            <p:nvPr userDrawn="1"/>
          </p:nvCxnSpPr>
          <p:spPr>
            <a:xfrm>
              <a:off x="1342543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3" name="Connettore 1 92"/>
            <p:cNvCxnSpPr/>
            <p:nvPr userDrawn="1"/>
          </p:nvCxnSpPr>
          <p:spPr>
            <a:xfrm>
              <a:off x="1357430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4" name="Connettore 1 93"/>
            <p:cNvCxnSpPr/>
            <p:nvPr userDrawn="1"/>
          </p:nvCxnSpPr>
          <p:spPr>
            <a:xfrm>
              <a:off x="1372316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5" name="Connettore 1 94"/>
            <p:cNvCxnSpPr/>
            <p:nvPr userDrawn="1"/>
          </p:nvCxnSpPr>
          <p:spPr>
            <a:xfrm>
              <a:off x="1387203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6" name="Connettore 1 95"/>
            <p:cNvCxnSpPr/>
            <p:nvPr userDrawn="1"/>
          </p:nvCxnSpPr>
          <p:spPr>
            <a:xfrm>
              <a:off x="1402090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7" name="Connettore 1 96"/>
            <p:cNvCxnSpPr/>
            <p:nvPr userDrawn="1"/>
          </p:nvCxnSpPr>
          <p:spPr>
            <a:xfrm>
              <a:off x="1416976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8" name="Connettore 1 97"/>
            <p:cNvCxnSpPr/>
            <p:nvPr userDrawn="1"/>
          </p:nvCxnSpPr>
          <p:spPr>
            <a:xfrm>
              <a:off x="1431863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9" name="Connettore 1 98"/>
            <p:cNvCxnSpPr/>
            <p:nvPr userDrawn="1"/>
          </p:nvCxnSpPr>
          <p:spPr>
            <a:xfrm>
              <a:off x="1446750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0" name="Connettore 1 99"/>
            <p:cNvCxnSpPr/>
            <p:nvPr userDrawn="1"/>
          </p:nvCxnSpPr>
          <p:spPr>
            <a:xfrm>
              <a:off x="1461637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1" name="Connettore 1 100"/>
            <p:cNvCxnSpPr/>
            <p:nvPr userDrawn="1"/>
          </p:nvCxnSpPr>
          <p:spPr>
            <a:xfrm>
              <a:off x="1476523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2" name="Connettore 1 101"/>
            <p:cNvCxnSpPr/>
            <p:nvPr userDrawn="1"/>
          </p:nvCxnSpPr>
          <p:spPr>
            <a:xfrm>
              <a:off x="1491410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3" name="Connettore 1 102"/>
            <p:cNvCxnSpPr/>
            <p:nvPr userDrawn="1"/>
          </p:nvCxnSpPr>
          <p:spPr>
            <a:xfrm>
              <a:off x="1506297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4" name="Connettore 1 103"/>
            <p:cNvCxnSpPr/>
            <p:nvPr userDrawn="1"/>
          </p:nvCxnSpPr>
          <p:spPr>
            <a:xfrm>
              <a:off x="1521183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5" name="Connettore 1 104"/>
            <p:cNvCxnSpPr/>
            <p:nvPr userDrawn="1"/>
          </p:nvCxnSpPr>
          <p:spPr>
            <a:xfrm>
              <a:off x="1536070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6" name="Connettore 1 105"/>
            <p:cNvCxnSpPr/>
            <p:nvPr userDrawn="1"/>
          </p:nvCxnSpPr>
          <p:spPr>
            <a:xfrm>
              <a:off x="1550957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7" name="Connettore 1 106"/>
            <p:cNvCxnSpPr/>
            <p:nvPr userDrawn="1"/>
          </p:nvCxnSpPr>
          <p:spPr>
            <a:xfrm>
              <a:off x="1565843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8" name="Connettore 1 107"/>
            <p:cNvCxnSpPr/>
            <p:nvPr userDrawn="1"/>
          </p:nvCxnSpPr>
          <p:spPr>
            <a:xfrm>
              <a:off x="1580730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9" name="Connettore 1 108"/>
            <p:cNvCxnSpPr/>
            <p:nvPr userDrawn="1"/>
          </p:nvCxnSpPr>
          <p:spPr>
            <a:xfrm>
              <a:off x="1595617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0" name="Connettore 1 109"/>
            <p:cNvCxnSpPr/>
            <p:nvPr userDrawn="1"/>
          </p:nvCxnSpPr>
          <p:spPr>
            <a:xfrm>
              <a:off x="1610504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1" name="Connettore 1 110"/>
            <p:cNvCxnSpPr/>
            <p:nvPr userDrawn="1"/>
          </p:nvCxnSpPr>
          <p:spPr>
            <a:xfrm>
              <a:off x="1625390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2" name="Connettore 1 111"/>
            <p:cNvCxnSpPr/>
            <p:nvPr userDrawn="1"/>
          </p:nvCxnSpPr>
          <p:spPr>
            <a:xfrm>
              <a:off x="1640277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3" name="Connettore 1 112"/>
            <p:cNvCxnSpPr/>
            <p:nvPr userDrawn="1"/>
          </p:nvCxnSpPr>
          <p:spPr>
            <a:xfrm>
              <a:off x="1655164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4" name="Connettore 1 113"/>
            <p:cNvCxnSpPr/>
            <p:nvPr userDrawn="1"/>
          </p:nvCxnSpPr>
          <p:spPr>
            <a:xfrm>
              <a:off x="1670050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5" name="Connettore 1 114"/>
            <p:cNvCxnSpPr/>
            <p:nvPr userDrawn="1"/>
          </p:nvCxnSpPr>
          <p:spPr>
            <a:xfrm>
              <a:off x="1684937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6" name="Connettore 1 115"/>
            <p:cNvCxnSpPr/>
            <p:nvPr userDrawn="1"/>
          </p:nvCxnSpPr>
          <p:spPr>
            <a:xfrm>
              <a:off x="1699824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7" name="Connettore 1 116"/>
            <p:cNvCxnSpPr/>
            <p:nvPr userDrawn="1"/>
          </p:nvCxnSpPr>
          <p:spPr>
            <a:xfrm>
              <a:off x="1714710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8" name="Connettore 1 117"/>
            <p:cNvCxnSpPr/>
            <p:nvPr userDrawn="1"/>
          </p:nvCxnSpPr>
          <p:spPr>
            <a:xfrm>
              <a:off x="1729597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19" name="Connettore 1 118"/>
            <p:cNvCxnSpPr/>
            <p:nvPr userDrawn="1"/>
          </p:nvCxnSpPr>
          <p:spPr>
            <a:xfrm>
              <a:off x="17444843"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0" name="Connettore 1 119"/>
            <p:cNvCxnSpPr/>
            <p:nvPr userDrawn="1"/>
          </p:nvCxnSpPr>
          <p:spPr>
            <a:xfrm>
              <a:off x="17593710"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1" name="Connettore 1 120"/>
            <p:cNvCxnSpPr/>
            <p:nvPr userDrawn="1"/>
          </p:nvCxnSpPr>
          <p:spPr>
            <a:xfrm>
              <a:off x="17742577"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2" name="Connettore 1 121"/>
            <p:cNvCxnSpPr/>
            <p:nvPr userDrawn="1"/>
          </p:nvCxnSpPr>
          <p:spPr>
            <a:xfrm>
              <a:off x="17891444"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3" name="Connettore 1 122"/>
            <p:cNvCxnSpPr/>
            <p:nvPr userDrawn="1"/>
          </p:nvCxnSpPr>
          <p:spPr>
            <a:xfrm>
              <a:off x="18040311"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4" name="Connettore 1 123"/>
            <p:cNvCxnSpPr/>
            <p:nvPr userDrawn="1"/>
          </p:nvCxnSpPr>
          <p:spPr>
            <a:xfrm>
              <a:off x="18189178"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5" name="Connettore 1 124"/>
            <p:cNvCxnSpPr/>
            <p:nvPr userDrawn="1"/>
          </p:nvCxnSpPr>
          <p:spPr>
            <a:xfrm>
              <a:off x="18338045"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6" name="Connettore 1 125"/>
            <p:cNvCxnSpPr/>
            <p:nvPr userDrawn="1"/>
          </p:nvCxnSpPr>
          <p:spPr>
            <a:xfrm>
              <a:off x="1848691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7" name="Connettore 1 126"/>
            <p:cNvCxnSpPr/>
            <p:nvPr userDrawn="1"/>
          </p:nvCxnSpPr>
          <p:spPr>
            <a:xfrm>
              <a:off x="18635779"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8" name="Connettore 1 127"/>
            <p:cNvCxnSpPr/>
            <p:nvPr userDrawn="1"/>
          </p:nvCxnSpPr>
          <p:spPr>
            <a:xfrm>
              <a:off x="18784646"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29" name="Connettore 1 128"/>
            <p:cNvCxnSpPr/>
            <p:nvPr userDrawn="1"/>
          </p:nvCxnSpPr>
          <p:spPr>
            <a:xfrm>
              <a:off x="18933462" y="275867"/>
              <a:ext cx="0" cy="567843"/>
            </a:xfrm>
            <a:prstGeom prst="line">
              <a:avLst/>
            </a:prstGeom>
            <a:ln w="12700">
              <a:solidFill>
                <a:schemeClr val="bg1"/>
              </a:solidFill>
            </a:ln>
            <a:effectLst/>
          </p:spPr>
          <p:style>
            <a:lnRef idx="2">
              <a:schemeClr val="accent1"/>
            </a:lnRef>
            <a:fillRef idx="0">
              <a:schemeClr val="accent1"/>
            </a:fillRef>
            <a:effectRef idx="1">
              <a:schemeClr val="accent1"/>
            </a:effectRef>
            <a:fontRef idx="minor">
              <a:schemeClr val="tx1"/>
            </a:fontRef>
          </p:style>
        </p:cxnSp>
      </p:grpSp>
      <p:sp>
        <p:nvSpPr>
          <p:cNvPr id="130" name="Titolo 1"/>
          <p:cNvSpPr txBox="1">
            <a:spLocks/>
          </p:cNvSpPr>
          <p:nvPr/>
        </p:nvSpPr>
        <p:spPr>
          <a:xfrm>
            <a:off x="641534" y="4149725"/>
            <a:ext cx="7772400" cy="968375"/>
          </a:xfrm>
          <a:prstGeom prst="rect">
            <a:avLst/>
          </a:prstGeom>
        </p:spPr>
        <p:txBody>
          <a:bodyPr>
            <a:normAutofit fontScale="92500" lnSpcReduction="20000"/>
          </a:bodyPr>
          <a:lstStyle>
            <a:lvl1pPr marL="0" indent="0" algn="l" defTabSz="457200" rtl="0" eaLnBrk="1" latinLnBrk="0" hangingPunct="1">
              <a:spcBef>
                <a:spcPct val="0"/>
              </a:spcBef>
              <a:buNone/>
              <a:defRPr sz="3600" b="1" kern="1200">
                <a:solidFill>
                  <a:schemeClr val="bg1"/>
                </a:solidFill>
                <a:latin typeface="Arial"/>
                <a:ea typeface="+mj-ea"/>
                <a:cs typeface="Arial"/>
              </a:defRPr>
            </a:lvl1pPr>
          </a:lstStyle>
          <a:p>
            <a:r>
              <a:rPr lang="it-IT"/>
              <a:t>Fare clic per modificare lo stile del titolo</a:t>
            </a:r>
            <a:endParaRPr lang="it-IT" dirty="0"/>
          </a:p>
        </p:txBody>
      </p:sp>
      <p:sp>
        <p:nvSpPr>
          <p:cNvPr id="131" name="Sottotitolo 2"/>
          <p:cNvSpPr txBox="1">
            <a:spLocks/>
          </p:cNvSpPr>
          <p:nvPr/>
        </p:nvSpPr>
        <p:spPr>
          <a:xfrm>
            <a:off x="641534" y="5118100"/>
            <a:ext cx="7772400" cy="1333500"/>
          </a:xfrm>
          <a:prstGeom prst="rect">
            <a:avLst/>
          </a:prstGeom>
        </p:spPr>
        <p:txBody>
          <a:bodyPr/>
          <a:lstStyle>
            <a:lvl1pPr marL="0" indent="0" algn="l" defTabSz="457200" rtl="0" eaLnBrk="1" latinLnBrk="0" hangingPunct="1">
              <a:spcBef>
                <a:spcPct val="20000"/>
              </a:spcBef>
              <a:buFont typeface="Wingdings" charset="2"/>
              <a:buNone/>
              <a:defRPr sz="2200" kern="1200">
                <a:solidFill>
                  <a:schemeClr val="tx1">
                    <a:tint val="75000"/>
                  </a:schemeClr>
                </a:solidFill>
                <a:latin typeface="Arial"/>
                <a:ea typeface="+mn-ea"/>
                <a:cs typeface="Arial"/>
              </a:defRPr>
            </a:lvl1pPr>
            <a:lvl2pPr marL="457200" indent="0" algn="ctr" defTabSz="457200" rtl="0" eaLnBrk="1" latinLnBrk="0" hangingPunct="1">
              <a:spcBef>
                <a:spcPct val="20000"/>
              </a:spcBef>
              <a:buFont typeface="Arial"/>
              <a:buNone/>
              <a:defRPr sz="2200" kern="1200">
                <a:solidFill>
                  <a:schemeClr val="tx1">
                    <a:tint val="75000"/>
                  </a:schemeClr>
                </a:solidFill>
                <a:latin typeface="Arial"/>
                <a:ea typeface="+mn-ea"/>
                <a:cs typeface="Arial"/>
              </a:defRPr>
            </a:lvl2pPr>
            <a:lvl3pPr marL="914400" indent="0" algn="ctr" defTabSz="457200" rtl="0" eaLnBrk="1" latinLnBrk="0" hangingPunct="1">
              <a:spcBef>
                <a:spcPct val="20000"/>
              </a:spcBef>
              <a:buFont typeface="Arial"/>
              <a:buNone/>
              <a:defRPr sz="2200" kern="1200">
                <a:solidFill>
                  <a:schemeClr val="tx1">
                    <a:tint val="75000"/>
                  </a:schemeClr>
                </a:solidFill>
                <a:latin typeface="Arial"/>
                <a:ea typeface="+mn-ea"/>
                <a:cs typeface="Arial"/>
              </a:defRPr>
            </a:lvl3pPr>
            <a:lvl4pPr marL="1371600" indent="0" algn="ctr" defTabSz="457200" rtl="0" eaLnBrk="1" latinLnBrk="0" hangingPunct="1">
              <a:spcBef>
                <a:spcPct val="20000"/>
              </a:spcBef>
              <a:buFont typeface="Arial"/>
              <a:buNone/>
              <a:defRPr sz="2200" kern="1200">
                <a:solidFill>
                  <a:schemeClr val="tx1">
                    <a:tint val="75000"/>
                  </a:schemeClr>
                </a:solidFill>
                <a:latin typeface="Arial"/>
                <a:ea typeface="+mn-ea"/>
                <a:cs typeface="Arial"/>
              </a:defRPr>
            </a:lvl4pPr>
            <a:lvl5pPr marL="1828800" indent="0" algn="ctr" defTabSz="457200" rtl="0" eaLnBrk="1" latinLnBrk="0" hangingPunct="1">
              <a:spcBef>
                <a:spcPct val="20000"/>
              </a:spcBef>
              <a:buFont typeface="Arial"/>
              <a:buNone/>
              <a:defRPr sz="2200" kern="1200">
                <a:solidFill>
                  <a:schemeClr val="tx1">
                    <a:tint val="75000"/>
                  </a:schemeClr>
                </a:solidFill>
                <a:latin typeface="Arial"/>
                <a:ea typeface="+mn-ea"/>
                <a:cs typeface="Arial"/>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it-IT" dirty="0">
                <a:solidFill>
                  <a:schemeClr val="bg1"/>
                </a:solidFill>
              </a:rPr>
              <a:t>Fare clic per modificare lo stile del sottotitolo dello schema</a:t>
            </a:r>
          </a:p>
        </p:txBody>
      </p:sp>
      <p:sp>
        <p:nvSpPr>
          <p:cNvPr id="2" name="CasellaDiTesto 1"/>
          <p:cNvSpPr txBox="1"/>
          <p:nvPr/>
        </p:nvSpPr>
        <p:spPr>
          <a:xfrm>
            <a:off x="4908066" y="2047875"/>
            <a:ext cx="2885661" cy="646331"/>
          </a:xfrm>
          <a:prstGeom prst="rect">
            <a:avLst/>
          </a:prstGeom>
          <a:noFill/>
        </p:spPr>
        <p:txBody>
          <a:bodyPr wrap="square" rtlCol="0">
            <a:spAutoFit/>
          </a:bodyPr>
          <a:lstStyle/>
          <a:p>
            <a:r>
              <a:rPr lang="it-IT" dirty="0"/>
              <a:t>Inserimento secondo logo</a:t>
            </a:r>
          </a:p>
          <a:p>
            <a:endParaRPr lang="it-IT" dirty="0"/>
          </a:p>
        </p:txBody>
      </p:sp>
    </p:spTree>
    <p:extLst>
      <p:ext uri="{BB962C8B-B14F-4D97-AF65-F5344CB8AC3E}">
        <p14:creationId xmlns:p14="http://schemas.microsoft.com/office/powerpoint/2010/main" val="165949582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IT" dirty="0"/>
              <a:t>Introduction to the project</a:t>
            </a:r>
            <a:endParaRPr lang="it-IT" dirty="0"/>
          </a:p>
        </p:txBody>
      </p:sp>
      <p:sp>
        <p:nvSpPr>
          <p:cNvPr id="5" name="Content Placeholder 4">
            <a:extLst>
              <a:ext uri="{FF2B5EF4-FFF2-40B4-BE49-F238E27FC236}">
                <a16:creationId xmlns:a16="http://schemas.microsoft.com/office/drawing/2014/main" id="{1DDBFF28-0433-1A4D-7690-084648622D6A}"/>
              </a:ext>
            </a:extLst>
          </p:cNvPr>
          <p:cNvSpPr>
            <a:spLocks noGrp="1"/>
          </p:cNvSpPr>
          <p:nvPr>
            <p:ph idx="1"/>
          </p:nvPr>
        </p:nvSpPr>
        <p:spPr>
          <a:xfrm>
            <a:off x="288521" y="1341408"/>
            <a:ext cx="8323726" cy="4525963"/>
          </a:xfrm>
        </p:spPr>
        <p:txBody>
          <a:bodyPr>
            <a:normAutofit fontScale="92500"/>
          </a:bodyPr>
          <a:lstStyle/>
          <a:p>
            <a:pPr marL="342900" indent="-342900">
              <a:buFont typeface="Arial" panose="020B0604020202020204" pitchFamily="34" charset="0"/>
              <a:buChar char="•"/>
            </a:pPr>
            <a:r>
              <a:rPr lang="en-IT" dirty="0"/>
              <a:t>The aim of the project is to show that we are able to manage a very large quantitative of data. We had to use three different type of databases as show next.</a:t>
            </a:r>
          </a:p>
          <a:p>
            <a:pPr marL="342900" indent="-342900">
              <a:buFont typeface="Arial" panose="020B0604020202020204" pitchFamily="34" charset="0"/>
              <a:buChar char="•"/>
            </a:pPr>
            <a:r>
              <a:rPr lang="en-GB" dirty="0"/>
              <a:t>The chosen Dataset is the DBLP computer science bibliography. It is the on-line reference for bibliographic information on major computer science publications. As January 2019 DBLP contains over 4.4 million publications, published by more than 2.2 million authors. The Dataset is divided in different types of publication (article, book, </a:t>
            </a:r>
            <a:r>
              <a:rPr lang="en-GB" dirty="0" err="1"/>
              <a:t>incollection</a:t>
            </a:r>
            <a:r>
              <a:rPr lang="en-GB" dirty="0"/>
              <a:t>, proceedings, </a:t>
            </a:r>
            <a:r>
              <a:rPr lang="en-GB" dirty="0" err="1"/>
              <a:t>inproceedings</a:t>
            </a:r>
            <a:r>
              <a:rPr lang="en-GB" dirty="0"/>
              <a:t>, www, </a:t>
            </a:r>
            <a:r>
              <a:rPr lang="en-GB" dirty="0" err="1"/>
              <a:t>mastersthesis</a:t>
            </a:r>
            <a:r>
              <a:rPr lang="en-GB" dirty="0"/>
              <a:t>) followed by their features and details. </a:t>
            </a:r>
          </a:p>
          <a:p>
            <a:pPr marL="342900" indent="-342900">
              <a:buFont typeface="Arial" panose="020B0604020202020204" pitchFamily="34" charset="0"/>
              <a:buChar char="•"/>
            </a:pPr>
            <a:r>
              <a:rPr lang="en-GB" dirty="0"/>
              <a:t>The Dataset has been subject to a process of elaboration and extraction in order to clear the data and take care of their quality, indeed, limited quality data could "cause a series of consequences for efficiency".</a:t>
            </a:r>
            <a:endParaRPr lang="en-IT" dirty="0"/>
          </a:p>
          <a:p>
            <a:endParaRPr lang="en-IT" dirty="0"/>
          </a:p>
        </p:txBody>
      </p:sp>
      <p:sp>
        <p:nvSpPr>
          <p:cNvPr id="14" name="Rectangle 13">
            <a:extLst>
              <a:ext uri="{FF2B5EF4-FFF2-40B4-BE49-F238E27FC236}">
                <a16:creationId xmlns:a16="http://schemas.microsoft.com/office/drawing/2014/main" id="{EED8EC82-8325-EFCF-65E7-31D22DBE0539}"/>
              </a:ext>
            </a:extLst>
          </p:cNvPr>
          <p:cNvSpPr/>
          <p:nvPr/>
        </p:nvSpPr>
        <p:spPr>
          <a:xfrm>
            <a:off x="0" y="6314536"/>
            <a:ext cx="3398808" cy="379562"/>
          </a:xfrm>
          <a:prstGeom prst="rect">
            <a:avLst/>
          </a:prstGeom>
          <a:solidFill>
            <a:srgbClr val="728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338364968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23FF04-5BD9-F795-AD88-E24648B2630E}"/>
              </a:ext>
            </a:extLst>
          </p:cNvPr>
          <p:cNvSpPr>
            <a:spLocks noGrp="1"/>
          </p:cNvSpPr>
          <p:nvPr>
            <p:ph idx="1"/>
          </p:nvPr>
        </p:nvSpPr>
        <p:spPr>
          <a:xfrm>
            <a:off x="9640" y="1241094"/>
            <a:ext cx="9149777" cy="2998371"/>
          </a:xfrm>
        </p:spPr>
        <p:txBody>
          <a:bodyPr>
            <a:normAutofit/>
          </a:bodyPr>
          <a:lstStyle/>
          <a:p>
            <a:r>
              <a:rPr lang="en-GB" dirty="0"/>
              <a:t>The designed ER diagram contains the following entities: Person generic, Researcher, Book, Article, Journal, Proceeding, </a:t>
            </a:r>
            <a:r>
              <a:rPr lang="en-GB" dirty="0" err="1"/>
              <a:t>Inproceeding</a:t>
            </a:r>
            <a:r>
              <a:rPr lang="en-GB" dirty="0"/>
              <a:t>, </a:t>
            </a:r>
            <a:r>
              <a:rPr lang="en-GB" dirty="0" err="1"/>
              <a:t>Incollection</a:t>
            </a:r>
            <a:r>
              <a:rPr lang="en-GB" dirty="0"/>
              <a:t>, Publisher, Thesis, Online Resource, Association, Serie. Some classes have been introduced due to ER diagram correctness reasons, but they haven’t been taken into account during the design of the databases used in the assignments for ease of management.</a:t>
            </a:r>
            <a:endParaRPr lang="en-IT" dirty="0"/>
          </a:p>
        </p:txBody>
      </p:sp>
      <p:pic>
        <p:nvPicPr>
          <p:cNvPr id="6" name="Picture 5" descr="Diagram&#10;&#10;Description automatically generated">
            <a:extLst>
              <a:ext uri="{FF2B5EF4-FFF2-40B4-BE49-F238E27FC236}">
                <a16:creationId xmlns:a16="http://schemas.microsoft.com/office/drawing/2014/main" id="{4DB75831-66D7-19E2-C474-9AEEB802AF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859630"/>
            <a:ext cx="6009666" cy="2998371"/>
          </a:xfrm>
          <a:prstGeom prst="rect">
            <a:avLst/>
          </a:prstGeom>
        </p:spPr>
      </p:pic>
      <p:sp>
        <p:nvSpPr>
          <p:cNvPr id="4" name="TextBox 3">
            <a:extLst>
              <a:ext uri="{FF2B5EF4-FFF2-40B4-BE49-F238E27FC236}">
                <a16:creationId xmlns:a16="http://schemas.microsoft.com/office/drawing/2014/main" id="{C7D2A540-72AF-9E4D-C9F4-0CF3E696FB47}"/>
              </a:ext>
            </a:extLst>
          </p:cNvPr>
          <p:cNvSpPr txBox="1"/>
          <p:nvPr/>
        </p:nvSpPr>
        <p:spPr>
          <a:xfrm>
            <a:off x="5704670" y="3429000"/>
            <a:ext cx="3285198" cy="2554545"/>
          </a:xfrm>
          <a:prstGeom prst="rect">
            <a:avLst/>
          </a:prstGeom>
          <a:noFill/>
        </p:spPr>
        <p:txBody>
          <a:bodyPr wrap="square">
            <a:spAutoFit/>
          </a:bodyPr>
          <a:lstStyle/>
          <a:p>
            <a:pPr algn="r"/>
            <a:r>
              <a:rPr lang="en-GB" sz="2000" dirty="0"/>
              <a:t>Entities are retrieved through a process of data analysis in which the hierarchy has been structured according to the XML file, instead, attributes are selected in a way that only the most relevant ones are kept for the project. </a:t>
            </a:r>
            <a:endParaRPr lang="en-IT" sz="2000" dirty="0"/>
          </a:p>
        </p:txBody>
      </p:sp>
      <p:sp>
        <p:nvSpPr>
          <p:cNvPr id="5" name="Title 1">
            <a:extLst>
              <a:ext uri="{FF2B5EF4-FFF2-40B4-BE49-F238E27FC236}">
                <a16:creationId xmlns:a16="http://schemas.microsoft.com/office/drawing/2014/main" id="{FEA7CB59-397C-8C11-0C27-5262735F798F}"/>
              </a:ext>
            </a:extLst>
          </p:cNvPr>
          <p:cNvSpPr>
            <a:spLocks noGrp="1"/>
          </p:cNvSpPr>
          <p:nvPr>
            <p:ph type="title"/>
          </p:nvPr>
        </p:nvSpPr>
        <p:spPr>
          <a:xfrm>
            <a:off x="3021120" y="83786"/>
            <a:ext cx="5968748" cy="807922"/>
          </a:xfrm>
        </p:spPr>
        <p:txBody>
          <a:bodyPr>
            <a:normAutofit/>
          </a:bodyPr>
          <a:lstStyle/>
          <a:p>
            <a:pPr algn="r"/>
            <a:r>
              <a:rPr lang="en-IT" sz="2800" dirty="0">
                <a:solidFill>
                  <a:schemeClr val="bg1"/>
                </a:solidFill>
              </a:rPr>
              <a:t>ER Diagram</a:t>
            </a:r>
          </a:p>
        </p:txBody>
      </p:sp>
    </p:spTree>
    <p:extLst>
      <p:ext uri="{BB962C8B-B14F-4D97-AF65-F5344CB8AC3E}">
        <p14:creationId xmlns:p14="http://schemas.microsoft.com/office/powerpoint/2010/main" val="308737715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magine 6" descr="01_Polimi_centrato_COL_positivo.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250" y="1721149"/>
            <a:ext cx="2730901" cy="2126951"/>
          </a:xfrm>
          <a:prstGeom prst="rect">
            <a:avLst/>
          </a:prstGeom>
        </p:spPr>
      </p:pic>
      <p:sp>
        <p:nvSpPr>
          <p:cNvPr id="2" name="Titolo 1"/>
          <p:cNvSpPr>
            <a:spLocks noGrp="1"/>
          </p:cNvSpPr>
          <p:nvPr>
            <p:ph type="ctrTitle"/>
          </p:nvPr>
        </p:nvSpPr>
        <p:spPr/>
        <p:txBody>
          <a:bodyPr/>
          <a:lstStyle/>
          <a:p>
            <a:pPr algn="ctr"/>
            <a:r>
              <a:rPr lang="en-IT" sz="3600" dirty="0"/>
              <a:t>First part (graph DB): Neo4J</a:t>
            </a:r>
            <a:endParaRPr lang="it-IT" dirty="0"/>
          </a:p>
        </p:txBody>
      </p:sp>
    </p:spTree>
    <p:extLst>
      <p:ext uri="{BB962C8B-B14F-4D97-AF65-F5344CB8AC3E}">
        <p14:creationId xmlns:p14="http://schemas.microsoft.com/office/powerpoint/2010/main" val="289562874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81E5A7-5673-8DD1-304E-8D1F103431C0}"/>
              </a:ext>
            </a:extLst>
          </p:cNvPr>
          <p:cNvSpPr>
            <a:spLocks noGrp="1"/>
          </p:cNvSpPr>
          <p:nvPr>
            <p:ph type="title"/>
          </p:nvPr>
        </p:nvSpPr>
        <p:spPr/>
        <p:txBody>
          <a:bodyPr>
            <a:normAutofit/>
          </a:bodyPr>
          <a:lstStyle/>
          <a:p>
            <a:r>
              <a:rPr lang="en-IT" sz="2800" dirty="0"/>
              <a:t>First part (graph DB): Neo4J</a:t>
            </a:r>
          </a:p>
        </p:txBody>
      </p:sp>
      <p:sp>
        <p:nvSpPr>
          <p:cNvPr id="3" name="Content Placeholder 2">
            <a:extLst>
              <a:ext uri="{FF2B5EF4-FFF2-40B4-BE49-F238E27FC236}">
                <a16:creationId xmlns:a16="http://schemas.microsoft.com/office/drawing/2014/main" id="{33FEC46C-24B7-84FD-CF3E-294C2816ED4A}"/>
              </a:ext>
            </a:extLst>
          </p:cNvPr>
          <p:cNvSpPr>
            <a:spLocks noGrp="1"/>
          </p:cNvSpPr>
          <p:nvPr>
            <p:ph idx="1"/>
          </p:nvPr>
        </p:nvSpPr>
        <p:spPr>
          <a:xfrm>
            <a:off x="0" y="1296971"/>
            <a:ext cx="6144017" cy="4703771"/>
          </a:xfrm>
        </p:spPr>
        <p:txBody>
          <a:bodyPr>
            <a:normAutofit lnSpcReduction="10000"/>
          </a:bodyPr>
          <a:lstStyle/>
          <a:p>
            <a:pPr marL="342900" indent="-342900">
              <a:buFont typeface="Arial" panose="020B0604020202020204" pitchFamily="34" charset="0"/>
              <a:buChar char="•"/>
            </a:pPr>
            <a:r>
              <a:rPr lang="en-GB" dirty="0"/>
              <a:t>The aim of this assignment is to design a query graph data structure in Neo4j for supporting a bibliographic Database. The database must store a large scale Dataset recording publications with their features and their descriptions in order to have an overview of the library. </a:t>
            </a:r>
          </a:p>
          <a:p>
            <a:pPr marL="342900" indent="-342900">
              <a:buFont typeface="Arial" panose="020B0604020202020204" pitchFamily="34" charset="0"/>
              <a:buChar char="•"/>
            </a:pPr>
            <a:r>
              <a:rPr lang="en-GB" dirty="0"/>
              <a:t>Neo4j is an open-source, NoSQL, native graph database that provides an ACID-compliant transactional backend for your applications that has been publicly available since 2007.</a:t>
            </a:r>
          </a:p>
          <a:p>
            <a:pPr marL="342900" indent="-342900">
              <a:buFont typeface="Arial" panose="020B0604020202020204" pitchFamily="34" charset="0"/>
              <a:buChar char="•"/>
            </a:pPr>
            <a:r>
              <a:rPr lang="en-GB" dirty="0"/>
              <a:t>In the next slide there is a figure that represents the type of database.</a:t>
            </a:r>
          </a:p>
        </p:txBody>
      </p:sp>
      <p:cxnSp>
        <p:nvCxnSpPr>
          <p:cNvPr id="6" name="Straight Arrow Connector 5">
            <a:extLst>
              <a:ext uri="{FF2B5EF4-FFF2-40B4-BE49-F238E27FC236}">
                <a16:creationId xmlns:a16="http://schemas.microsoft.com/office/drawing/2014/main" id="{8F1D20BB-22AB-7F36-A669-728888AF28D8}"/>
              </a:ext>
            </a:extLst>
          </p:cNvPr>
          <p:cNvCxnSpPr/>
          <p:nvPr/>
        </p:nvCxnSpPr>
        <p:spPr>
          <a:xfrm>
            <a:off x="6144017" y="4972050"/>
            <a:ext cx="1907087" cy="0"/>
          </a:xfrm>
          <a:prstGeom prst="straightConnector1">
            <a:avLst/>
          </a:prstGeom>
          <a:ln w="60325">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74FBD6A2-B75D-723C-AE12-BC8E0FFA09CF}"/>
              </a:ext>
            </a:extLst>
          </p:cNvPr>
          <p:cNvSpPr/>
          <p:nvPr/>
        </p:nvSpPr>
        <p:spPr>
          <a:xfrm>
            <a:off x="0" y="6314536"/>
            <a:ext cx="3398808" cy="379562"/>
          </a:xfrm>
          <a:prstGeom prst="rect">
            <a:avLst/>
          </a:prstGeom>
          <a:solidFill>
            <a:srgbClr val="728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2001695281"/>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1064D0-B8B8-4055-6947-2A6F2A6739A8}"/>
              </a:ext>
            </a:extLst>
          </p:cNvPr>
          <p:cNvSpPr>
            <a:spLocks noGrp="1"/>
          </p:cNvSpPr>
          <p:nvPr>
            <p:ph idx="1"/>
          </p:nvPr>
        </p:nvSpPr>
        <p:spPr>
          <a:xfrm>
            <a:off x="-2" y="163902"/>
            <a:ext cx="8989206" cy="3047265"/>
          </a:xfrm>
        </p:spPr>
        <p:txBody>
          <a:bodyPr>
            <a:normAutofit/>
          </a:bodyPr>
          <a:lstStyle/>
          <a:p>
            <a:pPr marL="342900" indent="-342900">
              <a:buFont typeface="Arial" panose="020B0604020202020204" pitchFamily="34" charset="0"/>
              <a:buChar char="•"/>
            </a:pPr>
            <a:r>
              <a:rPr lang="en-GB" dirty="0"/>
              <a:t>Author, Article, Journal, Book, </a:t>
            </a:r>
            <a:r>
              <a:rPr lang="en-GB" dirty="0" err="1"/>
              <a:t>Incollection</a:t>
            </a:r>
            <a:r>
              <a:rPr lang="en-GB" dirty="0"/>
              <a:t>, Proceedings, </a:t>
            </a:r>
            <a:r>
              <a:rPr lang="en-GB" dirty="0" err="1"/>
              <a:t>Inproceedings</a:t>
            </a:r>
            <a:r>
              <a:rPr lang="en-GB" dirty="0"/>
              <a:t>, Www, </a:t>
            </a:r>
            <a:r>
              <a:rPr lang="en-GB" dirty="0" err="1"/>
              <a:t>Mastersthesis</a:t>
            </a:r>
            <a:r>
              <a:rPr lang="en-GB" dirty="0"/>
              <a:t>, Publication, University and Serie are Node labels and their attributes are shown in the graph diagram near. The relationships of the database are WRITTEN_BY, CONTAIN, PUBLICATED_BY, COAUTHOR, AT, CITE, INCLUDE. We omitted some links using the publication note make graph diagram more readable and understandable.</a:t>
            </a:r>
            <a:endParaRPr lang="en-IT" dirty="0">
              <a:cs typeface="Arial" panose="020B0604020202020204"/>
            </a:endParaRPr>
          </a:p>
        </p:txBody>
      </p:sp>
      <p:pic>
        <p:nvPicPr>
          <p:cNvPr id="5" name="Picture 4" descr="Diagram&#10;&#10;Description automatically generated">
            <a:extLst>
              <a:ext uri="{FF2B5EF4-FFF2-40B4-BE49-F238E27FC236}">
                <a16:creationId xmlns:a16="http://schemas.microsoft.com/office/drawing/2014/main" id="{90C1C488-5AE1-3788-E6EC-EC224F4F73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2000" y="3211167"/>
            <a:ext cx="4417204" cy="3646833"/>
          </a:xfrm>
          <a:prstGeom prst="rect">
            <a:avLst/>
          </a:prstGeom>
        </p:spPr>
      </p:pic>
      <p:sp>
        <p:nvSpPr>
          <p:cNvPr id="6" name="TextBox 5">
            <a:extLst>
              <a:ext uri="{FF2B5EF4-FFF2-40B4-BE49-F238E27FC236}">
                <a16:creationId xmlns:a16="http://schemas.microsoft.com/office/drawing/2014/main" id="{0E025481-7E62-44DE-4440-874F63DA6FCC}"/>
              </a:ext>
            </a:extLst>
          </p:cNvPr>
          <p:cNvSpPr txBox="1"/>
          <p:nvPr/>
        </p:nvSpPr>
        <p:spPr>
          <a:xfrm>
            <a:off x="0" y="2880478"/>
            <a:ext cx="4572000" cy="3416320"/>
          </a:xfrm>
          <a:prstGeom prst="rect">
            <a:avLst/>
          </a:prstGeom>
          <a:noFill/>
        </p:spPr>
        <p:txBody>
          <a:bodyPr wrap="square">
            <a:spAutoFit/>
          </a:bodyPr>
          <a:lstStyle/>
          <a:p>
            <a:pPr marL="342900" indent="-342900">
              <a:buFont typeface="Arial" panose="020B0604020202020204" pitchFamily="34" charset="0"/>
              <a:buChar char="•"/>
            </a:pPr>
            <a:r>
              <a:rPr lang="en-GB" sz="2400" dirty="0"/>
              <a:t>The nodes Article, Book, </a:t>
            </a:r>
            <a:r>
              <a:rPr lang="en-GB" sz="2400" dirty="0" err="1"/>
              <a:t>Incollection</a:t>
            </a:r>
            <a:r>
              <a:rPr lang="en-GB" sz="2400" dirty="0"/>
              <a:t>, Proceedings, </a:t>
            </a:r>
            <a:r>
              <a:rPr lang="en-GB" sz="2400" dirty="0" err="1"/>
              <a:t>Inproceedings</a:t>
            </a:r>
            <a:r>
              <a:rPr lang="en-GB" sz="2400" dirty="0"/>
              <a:t>, Www, </a:t>
            </a:r>
            <a:r>
              <a:rPr lang="en-GB" sz="2400" dirty="0" err="1"/>
              <a:t>Mastersthesis</a:t>
            </a:r>
            <a:r>
              <a:rPr lang="en-GB" sz="2400" dirty="0"/>
              <a:t> contain the Publication tag in order to perform and understand queries easily since you don't need to specify 7 different nodes in the MATCH statement every time. </a:t>
            </a:r>
            <a:endParaRPr lang="en-IT" sz="2400" dirty="0">
              <a:cs typeface="Arial" panose="020B0604020202020204"/>
            </a:endParaRPr>
          </a:p>
        </p:txBody>
      </p:sp>
    </p:spTree>
    <p:extLst>
      <p:ext uri="{BB962C8B-B14F-4D97-AF65-F5344CB8AC3E}">
        <p14:creationId xmlns:p14="http://schemas.microsoft.com/office/powerpoint/2010/main" val="244283695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80775-1CB6-B9B2-5232-7AC722C83219}"/>
              </a:ext>
            </a:extLst>
          </p:cNvPr>
          <p:cNvSpPr>
            <a:spLocks noGrp="1"/>
          </p:cNvSpPr>
          <p:nvPr>
            <p:ph type="title"/>
          </p:nvPr>
        </p:nvSpPr>
        <p:spPr>
          <a:xfrm>
            <a:off x="0" y="122948"/>
            <a:ext cx="8722714" cy="807922"/>
          </a:xfrm>
        </p:spPr>
        <p:txBody>
          <a:bodyPr/>
          <a:lstStyle/>
          <a:p>
            <a:pPr algn="l"/>
            <a:r>
              <a:rPr lang="en-IT" dirty="0">
                <a:solidFill>
                  <a:schemeClr val="bg1"/>
                </a:solidFill>
              </a:rPr>
              <a:t>An example of a query with its result (query 12):</a:t>
            </a:r>
          </a:p>
        </p:txBody>
      </p:sp>
      <p:sp>
        <p:nvSpPr>
          <p:cNvPr id="3" name="Content Placeholder 2">
            <a:extLst>
              <a:ext uri="{FF2B5EF4-FFF2-40B4-BE49-F238E27FC236}">
                <a16:creationId xmlns:a16="http://schemas.microsoft.com/office/drawing/2014/main" id="{21631D70-B02E-3C1E-8B8C-B09FFCA72FFC}"/>
              </a:ext>
            </a:extLst>
          </p:cNvPr>
          <p:cNvSpPr>
            <a:spLocks noGrp="1"/>
          </p:cNvSpPr>
          <p:nvPr>
            <p:ph idx="1"/>
          </p:nvPr>
        </p:nvSpPr>
        <p:spPr>
          <a:xfrm>
            <a:off x="5320137" y="1425710"/>
            <a:ext cx="3402577" cy="4250929"/>
          </a:xfrm>
        </p:spPr>
        <p:txBody>
          <a:bodyPr>
            <a:normAutofit fontScale="85000" lnSpcReduction="20000"/>
          </a:bodyPr>
          <a:lstStyle/>
          <a:p>
            <a:pPr algn="r"/>
            <a:r>
              <a:rPr lang="en-GB" dirty="0"/>
              <a:t>In this query there is a match of series that contains a type of publications with the quotes to other publications. After there is (again) a match with all the quotes to publications (that are in the specific </a:t>
            </a:r>
            <a:r>
              <a:rPr lang="en-GB" dirty="0" err="1"/>
              <a:t>serie</a:t>
            </a:r>
            <a:r>
              <a:rPr lang="en-GB" dirty="0"/>
              <a:t>, except other that are already in that </a:t>
            </a:r>
            <a:r>
              <a:rPr lang="en-GB" dirty="0" err="1"/>
              <a:t>serie</a:t>
            </a:r>
            <a:r>
              <a:rPr lang="en-GB" dirty="0"/>
              <a:t>). Finally there is a collect of the number of citations (found before) in a best 5 classification. </a:t>
            </a:r>
          </a:p>
          <a:p>
            <a:pPr algn="r"/>
            <a:r>
              <a:rPr lang="en-GB" dirty="0"/>
              <a:t>The complexity is: 3 nodes + conditions + aggregations + limit.</a:t>
            </a:r>
            <a:endParaRPr lang="en-IT" dirty="0"/>
          </a:p>
        </p:txBody>
      </p:sp>
      <p:sp>
        <p:nvSpPr>
          <p:cNvPr id="4" name="TextBox 3">
            <a:extLst>
              <a:ext uri="{FF2B5EF4-FFF2-40B4-BE49-F238E27FC236}">
                <a16:creationId xmlns:a16="http://schemas.microsoft.com/office/drawing/2014/main" id="{30B65784-ED38-1D00-21A1-13AD4D903F5A}"/>
              </a:ext>
            </a:extLst>
          </p:cNvPr>
          <p:cNvSpPr txBox="1"/>
          <p:nvPr/>
        </p:nvSpPr>
        <p:spPr>
          <a:xfrm>
            <a:off x="0" y="1568767"/>
            <a:ext cx="4589223" cy="1962076"/>
          </a:xfrm>
          <a:prstGeom prst="rect">
            <a:avLst/>
          </a:prstGeom>
          <a:solidFill>
            <a:schemeClr val="tx2"/>
          </a:solidFill>
        </p:spPr>
        <p:txBody>
          <a:bodyPr wrap="square">
            <a:spAutoFit/>
          </a:bodyPr>
          <a:lstStyle/>
          <a:p>
            <a:r>
              <a:rPr lang="en-GB" sz="1350" dirty="0">
                <a:solidFill>
                  <a:schemeClr val="bg1"/>
                </a:solidFill>
                <a:latin typeface="Comic Sans MS" panose="030F0902030302020204" pitchFamily="66" charset="0"/>
              </a:rPr>
              <a:t>MATCH(</a:t>
            </a:r>
            <a:r>
              <a:rPr lang="en-GB" sz="1350" dirty="0" err="1">
                <a:solidFill>
                  <a:schemeClr val="bg1"/>
                </a:solidFill>
                <a:latin typeface="Comic Sans MS" panose="030F0902030302020204" pitchFamily="66" charset="0"/>
              </a:rPr>
              <a:t>s:Serie</a:t>
            </a:r>
            <a:r>
              <a:rPr lang="en-GB" sz="1350" dirty="0">
                <a:solidFill>
                  <a:schemeClr val="bg1"/>
                </a:solidFill>
                <a:latin typeface="Comic Sans MS" panose="030F0902030302020204" pitchFamily="66" charset="0"/>
              </a:rPr>
              <a:t>)-[:CONTAIN]-&gt;(p1:Publication)&lt;-[</a:t>
            </a:r>
            <a:r>
              <a:rPr lang="en-GB" sz="1350" dirty="0" err="1">
                <a:solidFill>
                  <a:schemeClr val="bg1"/>
                </a:solidFill>
                <a:latin typeface="Comic Sans MS" panose="030F0902030302020204" pitchFamily="66" charset="0"/>
              </a:rPr>
              <a:t>c:CITE</a:t>
            </a:r>
            <a:r>
              <a:rPr lang="en-GB" sz="1350" dirty="0">
                <a:solidFill>
                  <a:schemeClr val="bg1"/>
                </a:solidFill>
                <a:latin typeface="Comic Sans MS" panose="030F0902030302020204" pitchFamily="66" charset="0"/>
              </a:rPr>
              <a:t>]-(p2:Publication) </a:t>
            </a:r>
          </a:p>
          <a:p>
            <a:r>
              <a:rPr lang="en-GB" sz="1350" dirty="0">
                <a:solidFill>
                  <a:schemeClr val="bg1"/>
                </a:solidFill>
                <a:latin typeface="Comic Sans MS" panose="030F0902030302020204" pitchFamily="66" charset="0"/>
              </a:rPr>
              <a:t>WITH  s , collect(p2) AS pubs, p1 </a:t>
            </a:r>
          </a:p>
          <a:p>
            <a:r>
              <a:rPr lang="en-GB" sz="1350" dirty="0">
                <a:solidFill>
                  <a:schemeClr val="bg1"/>
                </a:solidFill>
                <a:latin typeface="Comic Sans MS" panose="030F0902030302020204" pitchFamily="66" charset="0"/>
              </a:rPr>
              <a:t>MATCH (p1)&lt;-[c2:CITE]-() </a:t>
            </a:r>
          </a:p>
          <a:p>
            <a:r>
              <a:rPr lang="en-GB" sz="1350" dirty="0">
                <a:solidFill>
                  <a:schemeClr val="bg1"/>
                </a:solidFill>
                <a:latin typeface="Comic Sans MS" panose="030F0902030302020204" pitchFamily="66" charset="0"/>
              </a:rPr>
              <a:t>WHERE  NOT p1  IN pubs </a:t>
            </a:r>
          </a:p>
          <a:p>
            <a:r>
              <a:rPr lang="en-GB" sz="1350" dirty="0">
                <a:solidFill>
                  <a:schemeClr val="bg1"/>
                </a:solidFill>
                <a:latin typeface="Comic Sans MS" panose="030F0902030302020204" pitchFamily="66" charset="0"/>
              </a:rPr>
              <a:t>WITH size(collect(c2)) AS NumCitation2,s </a:t>
            </a:r>
          </a:p>
          <a:p>
            <a:r>
              <a:rPr lang="en-GB" sz="1350" dirty="0">
                <a:solidFill>
                  <a:schemeClr val="bg1"/>
                </a:solidFill>
                <a:latin typeface="Comic Sans MS" panose="030F0902030302020204" pitchFamily="66" charset="0"/>
              </a:rPr>
              <a:t>RETURN </a:t>
            </a:r>
            <a:r>
              <a:rPr lang="en-GB" sz="1350" dirty="0" err="1">
                <a:solidFill>
                  <a:schemeClr val="bg1"/>
                </a:solidFill>
                <a:latin typeface="Comic Sans MS" panose="030F0902030302020204" pitchFamily="66" charset="0"/>
              </a:rPr>
              <a:t>s.name</a:t>
            </a:r>
            <a:r>
              <a:rPr lang="en-GB" sz="1350" dirty="0">
                <a:solidFill>
                  <a:schemeClr val="bg1"/>
                </a:solidFill>
                <a:latin typeface="Comic Sans MS" panose="030F0902030302020204" pitchFamily="66" charset="0"/>
              </a:rPr>
              <a:t>, NumCitation2 </a:t>
            </a:r>
          </a:p>
          <a:p>
            <a:r>
              <a:rPr lang="en-GB" sz="1350" dirty="0">
                <a:solidFill>
                  <a:schemeClr val="bg1"/>
                </a:solidFill>
                <a:latin typeface="Comic Sans MS" panose="030F0902030302020204" pitchFamily="66" charset="0"/>
              </a:rPr>
              <a:t>ORDER BY NumCitation2 DESC </a:t>
            </a:r>
          </a:p>
          <a:p>
            <a:r>
              <a:rPr lang="en-GB" sz="1350" dirty="0">
                <a:solidFill>
                  <a:schemeClr val="bg1"/>
                </a:solidFill>
                <a:latin typeface="Comic Sans MS" panose="030F0902030302020204" pitchFamily="66" charset="0"/>
              </a:rPr>
              <a:t>LIMIT 5 </a:t>
            </a:r>
            <a:endParaRPr lang="en-IT" sz="1350" dirty="0">
              <a:solidFill>
                <a:schemeClr val="bg1"/>
              </a:solidFill>
              <a:latin typeface="Comic Sans MS" panose="030F0902030302020204" pitchFamily="66" charset="0"/>
            </a:endParaRPr>
          </a:p>
        </p:txBody>
      </p:sp>
      <p:pic>
        <p:nvPicPr>
          <p:cNvPr id="6" name="Picture 5" descr="Table&#10;&#10;Description automatically generated">
            <a:extLst>
              <a:ext uri="{FF2B5EF4-FFF2-40B4-BE49-F238E27FC236}">
                <a16:creationId xmlns:a16="http://schemas.microsoft.com/office/drawing/2014/main" id="{F64BC5B6-5DED-4366-252C-DA91382995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1274" y="3839375"/>
            <a:ext cx="3977765" cy="1837264"/>
          </a:xfrm>
          <a:prstGeom prst="rect">
            <a:avLst/>
          </a:prstGeom>
        </p:spPr>
      </p:pic>
      <p:sp>
        <p:nvSpPr>
          <p:cNvPr id="5" name="Rectangle 4">
            <a:extLst>
              <a:ext uri="{FF2B5EF4-FFF2-40B4-BE49-F238E27FC236}">
                <a16:creationId xmlns:a16="http://schemas.microsoft.com/office/drawing/2014/main" id="{7D0ADF0A-3474-CB3C-D395-03D34AF81143}"/>
              </a:ext>
            </a:extLst>
          </p:cNvPr>
          <p:cNvSpPr/>
          <p:nvPr/>
        </p:nvSpPr>
        <p:spPr>
          <a:xfrm>
            <a:off x="0" y="6314536"/>
            <a:ext cx="3398808" cy="379562"/>
          </a:xfrm>
          <a:prstGeom prst="rect">
            <a:avLst/>
          </a:prstGeom>
          <a:solidFill>
            <a:srgbClr val="728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313896382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B6C28-0291-4001-4AA3-068ED18995A7}"/>
              </a:ext>
            </a:extLst>
          </p:cNvPr>
          <p:cNvSpPr>
            <a:spLocks noGrp="1"/>
          </p:cNvSpPr>
          <p:nvPr>
            <p:ph type="title"/>
          </p:nvPr>
        </p:nvSpPr>
        <p:spPr>
          <a:xfrm>
            <a:off x="146894" y="243435"/>
            <a:ext cx="8516035" cy="807922"/>
          </a:xfrm>
        </p:spPr>
        <p:txBody>
          <a:bodyPr/>
          <a:lstStyle/>
          <a:p>
            <a:pPr algn="l"/>
            <a:r>
              <a:rPr lang="en-IT" spc="450" dirty="0"/>
              <a:t>An example of a command(command 1):</a:t>
            </a:r>
          </a:p>
        </p:txBody>
      </p:sp>
      <p:sp>
        <p:nvSpPr>
          <p:cNvPr id="3" name="Content Placeholder 2">
            <a:extLst>
              <a:ext uri="{FF2B5EF4-FFF2-40B4-BE49-F238E27FC236}">
                <a16:creationId xmlns:a16="http://schemas.microsoft.com/office/drawing/2014/main" id="{72F90C8A-BE20-3B2B-E8A5-7313BF9B3882}"/>
              </a:ext>
            </a:extLst>
          </p:cNvPr>
          <p:cNvSpPr>
            <a:spLocks noGrp="1"/>
          </p:cNvSpPr>
          <p:nvPr>
            <p:ph idx="1"/>
          </p:nvPr>
        </p:nvSpPr>
        <p:spPr>
          <a:xfrm>
            <a:off x="5204564" y="1388132"/>
            <a:ext cx="3699777" cy="4575037"/>
          </a:xfrm>
        </p:spPr>
        <p:txBody>
          <a:bodyPr>
            <a:normAutofit fontScale="77500" lnSpcReduction="20000"/>
          </a:bodyPr>
          <a:lstStyle/>
          <a:p>
            <a:pPr algn="r"/>
            <a:r>
              <a:rPr lang="en-GB" dirty="0"/>
              <a:t>This command is used to update the </a:t>
            </a:r>
            <a:r>
              <a:rPr lang="en-GB" dirty="0" err="1"/>
              <a:t>citationScore</a:t>
            </a:r>
            <a:r>
              <a:rPr lang="en-GB" dirty="0"/>
              <a:t> attribute of the publications. In the first part of the command it is checked if already exist a graph called “</a:t>
            </a:r>
            <a:r>
              <a:rPr lang="en-GB" dirty="0" err="1"/>
              <a:t>citationsGraph</a:t>
            </a:r>
            <a:r>
              <a:rPr lang="en-GB" dirty="0"/>
              <a:t>” in the </a:t>
            </a:r>
            <a:r>
              <a:rPr lang="en-GB" dirty="0" err="1"/>
              <a:t>gds</a:t>
            </a:r>
            <a:r>
              <a:rPr lang="en-GB" dirty="0"/>
              <a:t> library. If this graph already exist, it is dropped. </a:t>
            </a:r>
          </a:p>
          <a:p>
            <a:pPr algn="r"/>
            <a:r>
              <a:rPr lang="en-GB" dirty="0"/>
              <a:t>In the second part of the command we create a new graph in the </a:t>
            </a:r>
            <a:r>
              <a:rPr lang="en-GB" dirty="0" err="1"/>
              <a:t>gds</a:t>
            </a:r>
            <a:r>
              <a:rPr lang="en-GB" dirty="0"/>
              <a:t> library (using the command project) containing all the CITATION relationships between publications. Finally on this graph it is launched the PageRank algorithm (</a:t>
            </a:r>
            <a:r>
              <a:rPr lang="en-GB" dirty="0" err="1"/>
              <a:t>gds.pageRank.stream</a:t>
            </a:r>
            <a:r>
              <a:rPr lang="en-GB" dirty="0"/>
              <a:t>) which calculates all the indexes that will be written as attribute in the corresponding publication nodes. </a:t>
            </a:r>
            <a:endParaRPr lang="en-IT" dirty="0"/>
          </a:p>
        </p:txBody>
      </p:sp>
      <p:sp>
        <p:nvSpPr>
          <p:cNvPr id="5" name="TextBox 4">
            <a:extLst>
              <a:ext uri="{FF2B5EF4-FFF2-40B4-BE49-F238E27FC236}">
                <a16:creationId xmlns:a16="http://schemas.microsoft.com/office/drawing/2014/main" id="{6E3F13EC-4B03-9A86-D3ED-1952DD936567}"/>
              </a:ext>
            </a:extLst>
          </p:cNvPr>
          <p:cNvSpPr txBox="1"/>
          <p:nvPr/>
        </p:nvSpPr>
        <p:spPr>
          <a:xfrm>
            <a:off x="0" y="1568768"/>
            <a:ext cx="4589223" cy="4455066"/>
          </a:xfrm>
          <a:prstGeom prst="rect">
            <a:avLst/>
          </a:prstGeom>
          <a:solidFill>
            <a:schemeClr val="tx2"/>
          </a:solidFill>
        </p:spPr>
        <p:txBody>
          <a:bodyPr wrap="square">
            <a:spAutoFit/>
          </a:bodyPr>
          <a:lstStyle/>
          <a:p>
            <a:r>
              <a:rPr lang="en-IT" sz="1350" dirty="0">
                <a:solidFill>
                  <a:schemeClr val="bg1"/>
                </a:solidFill>
                <a:latin typeface="Comic Sans MS" panose="030F0902030302020204" pitchFamily="66" charset="0"/>
              </a:rPr>
              <a:t>CALL gds.graph.exists('citationsGraph')</a:t>
            </a:r>
          </a:p>
          <a:p>
            <a:r>
              <a:rPr lang="en-IT" sz="1350" dirty="0">
                <a:solidFill>
                  <a:schemeClr val="bg1"/>
                </a:solidFill>
                <a:latin typeface="Comic Sans MS" panose="030F0902030302020204" pitchFamily="66" charset="0"/>
              </a:rPr>
              <a:t>YIELD exists as ex</a:t>
            </a:r>
          </a:p>
          <a:p>
            <a:r>
              <a:rPr lang="en-IT" sz="1350" dirty="0">
                <a:solidFill>
                  <a:schemeClr val="bg1"/>
                </a:solidFill>
                <a:latin typeface="Comic Sans MS" panose="030F0902030302020204" pitchFamily="66" charset="0"/>
              </a:rPr>
              <a:t>CALL apoc.when(ex, 'CALL gds.graph.drop("citationsGraph") YIELD graphName AS G')</a:t>
            </a:r>
          </a:p>
          <a:p>
            <a:r>
              <a:rPr lang="en-IT" sz="1350" dirty="0">
                <a:solidFill>
                  <a:schemeClr val="bg1"/>
                </a:solidFill>
                <a:latin typeface="Comic Sans MS" panose="030F0902030302020204" pitchFamily="66" charset="0"/>
              </a:rPr>
              <a:t>YIELD value AS val</a:t>
            </a:r>
          </a:p>
          <a:p>
            <a:r>
              <a:rPr lang="en-IT" sz="1350" dirty="0">
                <a:solidFill>
                  <a:schemeClr val="bg1"/>
                </a:solidFill>
                <a:latin typeface="Comic Sans MS" panose="030F0902030302020204" pitchFamily="66" charset="0"/>
              </a:rPr>
              <a:t>CALL gds.graph.project.cypher('citationsGraph',</a:t>
            </a:r>
          </a:p>
          <a:p>
            <a:r>
              <a:rPr lang="en-IT" sz="1350" dirty="0">
                <a:solidFill>
                  <a:schemeClr val="bg1"/>
                </a:solidFill>
                <a:latin typeface="Comic Sans MS" panose="030F0902030302020204" pitchFamily="66" charset="0"/>
              </a:rPr>
              <a:t>'MATCH (n :Publication) WHERE n.consistencyStatus=false </a:t>
            </a:r>
          </a:p>
          <a:p>
            <a:r>
              <a:rPr lang="en-IT" sz="1350" dirty="0">
                <a:solidFill>
                  <a:schemeClr val="bg1"/>
                </a:solidFill>
                <a:latin typeface="Comic Sans MS" panose="030F0902030302020204" pitchFamily="66" charset="0"/>
              </a:rPr>
              <a:t>RETURN id(n) AS id',</a:t>
            </a:r>
          </a:p>
          <a:p>
            <a:r>
              <a:rPr lang="en-IT" sz="1350" dirty="0">
                <a:solidFill>
                  <a:schemeClr val="bg1"/>
                </a:solidFill>
                <a:latin typeface="Comic Sans MS" panose="030F0902030302020204" pitchFamily="66" charset="0"/>
              </a:rPr>
              <a:t>'MATCH (n)-[c:CITE]-&gt;(p) RETURN id(n) as source, id(p) as target ,</a:t>
            </a:r>
          </a:p>
          <a:p>
            <a:r>
              <a:rPr lang="en-IT" sz="1350" dirty="0">
                <a:solidFill>
                  <a:schemeClr val="bg1"/>
                </a:solidFill>
                <a:latin typeface="Comic Sans MS" panose="030F0902030302020204" pitchFamily="66" charset="0"/>
              </a:rPr>
              <a:t>type(c) as type, c.weight as weight')</a:t>
            </a:r>
          </a:p>
          <a:p>
            <a:r>
              <a:rPr lang="en-IT" sz="1350" dirty="0">
                <a:solidFill>
                  <a:schemeClr val="bg1"/>
                </a:solidFill>
                <a:latin typeface="Comic Sans MS" panose="030F0902030302020204" pitchFamily="66" charset="0"/>
              </a:rPr>
              <a:t>YIELD graphName as graph, nodeCount, relationshipCount</a:t>
            </a:r>
          </a:p>
          <a:p>
            <a:r>
              <a:rPr lang="en-IT" sz="1350" dirty="0">
                <a:solidFill>
                  <a:schemeClr val="bg1"/>
                </a:solidFill>
                <a:latin typeface="Comic Sans MS" panose="030F0902030302020204" pitchFamily="66" charset="0"/>
              </a:rPr>
              <a:t>CALL gds.pageRank.stream(graph)</a:t>
            </a:r>
          </a:p>
          <a:p>
            <a:r>
              <a:rPr lang="en-IT" sz="1350" dirty="0">
                <a:solidFill>
                  <a:schemeClr val="bg1"/>
                </a:solidFill>
                <a:latin typeface="Comic Sans MS" panose="030F0902030302020204" pitchFamily="66" charset="0"/>
              </a:rPr>
              <a:t>YIELD nodeId, score</a:t>
            </a:r>
          </a:p>
          <a:p>
            <a:r>
              <a:rPr lang="en-IT" sz="1350" dirty="0">
                <a:solidFill>
                  <a:schemeClr val="bg1"/>
                </a:solidFill>
                <a:latin typeface="Comic Sans MS" panose="030F0902030302020204" pitchFamily="66" charset="0"/>
              </a:rPr>
              <a:t>MATCH(n:Publication)</a:t>
            </a:r>
          </a:p>
          <a:p>
            <a:r>
              <a:rPr lang="en-IT" sz="1350" dirty="0">
                <a:solidFill>
                  <a:schemeClr val="bg1"/>
                </a:solidFill>
                <a:latin typeface="Comic Sans MS" panose="030F0902030302020204" pitchFamily="66" charset="0"/>
              </a:rPr>
              <a:t>WHERE id(n) = nodeId</a:t>
            </a:r>
          </a:p>
          <a:p>
            <a:r>
              <a:rPr lang="en-IT" sz="1350" dirty="0">
                <a:solidFill>
                  <a:schemeClr val="bg1"/>
                </a:solidFill>
                <a:latin typeface="Comic Sans MS" panose="030F0902030302020204" pitchFamily="66" charset="0"/>
              </a:rPr>
              <a:t>SET n.citationScore =score</a:t>
            </a:r>
          </a:p>
          <a:p>
            <a:r>
              <a:rPr lang="en-IT" sz="1350" dirty="0">
                <a:solidFill>
                  <a:schemeClr val="bg1"/>
                </a:solidFill>
                <a:latin typeface="Comic Sans MS" panose="030F0902030302020204" pitchFamily="66" charset="0"/>
              </a:rPr>
              <a:t>SET n.consistencyStatus=true</a:t>
            </a:r>
          </a:p>
        </p:txBody>
      </p:sp>
      <p:sp>
        <p:nvSpPr>
          <p:cNvPr id="4" name="Rectangle 3">
            <a:extLst>
              <a:ext uri="{FF2B5EF4-FFF2-40B4-BE49-F238E27FC236}">
                <a16:creationId xmlns:a16="http://schemas.microsoft.com/office/drawing/2014/main" id="{FC7A416C-2078-3ECD-A93B-DA0FCB7F4D88}"/>
              </a:ext>
            </a:extLst>
          </p:cNvPr>
          <p:cNvSpPr/>
          <p:nvPr/>
        </p:nvSpPr>
        <p:spPr>
          <a:xfrm>
            <a:off x="0" y="6314536"/>
            <a:ext cx="3398808" cy="379562"/>
          </a:xfrm>
          <a:prstGeom prst="rect">
            <a:avLst/>
          </a:prstGeom>
          <a:solidFill>
            <a:srgbClr val="728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328357546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magine 6" descr="01_Polimi_centrato_COL_positivo.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250" y="1721149"/>
            <a:ext cx="2730901" cy="2126951"/>
          </a:xfrm>
          <a:prstGeom prst="rect">
            <a:avLst/>
          </a:prstGeom>
        </p:spPr>
      </p:pic>
      <p:sp>
        <p:nvSpPr>
          <p:cNvPr id="2" name="Titolo 1"/>
          <p:cNvSpPr>
            <a:spLocks noGrp="1"/>
          </p:cNvSpPr>
          <p:nvPr>
            <p:ph type="ctrTitle"/>
          </p:nvPr>
        </p:nvSpPr>
        <p:spPr>
          <a:xfrm>
            <a:off x="685800" y="4391836"/>
            <a:ext cx="7772400" cy="968375"/>
          </a:xfrm>
        </p:spPr>
        <p:txBody>
          <a:bodyPr>
            <a:normAutofit fontScale="90000"/>
          </a:bodyPr>
          <a:lstStyle/>
          <a:p>
            <a:pPr algn="ctr"/>
            <a:r>
              <a:rPr lang="en-IT" dirty="0"/>
              <a:t>Second Part (documental DB): MongoDB</a:t>
            </a:r>
            <a:endParaRPr lang="it-IT" dirty="0"/>
          </a:p>
        </p:txBody>
      </p:sp>
    </p:spTree>
    <p:extLst>
      <p:ext uri="{BB962C8B-B14F-4D97-AF65-F5344CB8AC3E}">
        <p14:creationId xmlns:p14="http://schemas.microsoft.com/office/powerpoint/2010/main" val="363783058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2A490-019A-2EE8-2F26-D789C7921E80}"/>
              </a:ext>
            </a:extLst>
          </p:cNvPr>
          <p:cNvSpPr>
            <a:spLocks noGrp="1"/>
          </p:cNvSpPr>
          <p:nvPr>
            <p:ph type="title"/>
          </p:nvPr>
        </p:nvSpPr>
        <p:spPr>
          <a:xfrm>
            <a:off x="281478" y="284940"/>
            <a:ext cx="8581043" cy="840400"/>
          </a:xfrm>
        </p:spPr>
        <p:txBody>
          <a:bodyPr/>
          <a:lstStyle/>
          <a:p>
            <a:pPr algn="r"/>
            <a:r>
              <a:rPr lang="en-IT" dirty="0"/>
              <a:t>Second Part (documental DB): MongoDB</a:t>
            </a:r>
          </a:p>
        </p:txBody>
      </p:sp>
      <p:sp>
        <p:nvSpPr>
          <p:cNvPr id="3" name="Content Placeholder 2">
            <a:extLst>
              <a:ext uri="{FF2B5EF4-FFF2-40B4-BE49-F238E27FC236}">
                <a16:creationId xmlns:a16="http://schemas.microsoft.com/office/drawing/2014/main" id="{0CA3E8E9-5F02-89AC-7098-FB0C91FCE0C1}"/>
              </a:ext>
            </a:extLst>
          </p:cNvPr>
          <p:cNvSpPr>
            <a:spLocks noGrp="1"/>
          </p:cNvSpPr>
          <p:nvPr>
            <p:ph idx="1"/>
          </p:nvPr>
        </p:nvSpPr>
        <p:spPr>
          <a:xfrm>
            <a:off x="281478" y="1638267"/>
            <a:ext cx="6238592" cy="3993908"/>
          </a:xfrm>
        </p:spPr>
        <p:txBody>
          <a:bodyPr>
            <a:normAutofit fontScale="92500"/>
          </a:bodyPr>
          <a:lstStyle/>
          <a:p>
            <a:pPr marL="342900" indent="-342900">
              <a:buFont typeface="Arial" panose="020B0604020202020204" pitchFamily="34" charset="0"/>
              <a:buChar char="•"/>
            </a:pPr>
            <a:r>
              <a:rPr lang="en-GB" dirty="0"/>
              <a:t>The aim of this second part is to design, structure and implement a document database in MongoDB to store a collection of articles.</a:t>
            </a:r>
          </a:p>
          <a:p>
            <a:pPr marL="342900" indent="-342900">
              <a:buFont typeface="Arial" panose="020B0604020202020204" pitchFamily="34" charset="0"/>
              <a:buChar char="•"/>
            </a:pPr>
            <a:r>
              <a:rPr lang="en-GB" dirty="0"/>
              <a:t>Comparing this assignment to the first, the focus of the specification has moved from the generic description of the publications and their relationships to the detailed description of a single article.</a:t>
            </a:r>
          </a:p>
          <a:p>
            <a:pPr marL="342900" indent="-342900">
              <a:buFont typeface="Arial" panose="020B0604020202020204" pitchFamily="34" charset="0"/>
              <a:buChar char="•"/>
            </a:pPr>
            <a:r>
              <a:rPr lang="en-GB" dirty="0"/>
              <a:t>In fact, it is asked to create a DB capable of containing many information about the article and also its complete text, divided into sections and paragraphs.</a:t>
            </a:r>
            <a:endParaRPr lang="en-IT" dirty="0"/>
          </a:p>
        </p:txBody>
      </p:sp>
      <p:sp>
        <p:nvSpPr>
          <p:cNvPr id="4" name="Rectangle 3">
            <a:extLst>
              <a:ext uri="{FF2B5EF4-FFF2-40B4-BE49-F238E27FC236}">
                <a16:creationId xmlns:a16="http://schemas.microsoft.com/office/drawing/2014/main" id="{02E91CBC-B454-B8CB-AE81-E2C6E9413825}"/>
              </a:ext>
            </a:extLst>
          </p:cNvPr>
          <p:cNvSpPr/>
          <p:nvPr/>
        </p:nvSpPr>
        <p:spPr>
          <a:xfrm>
            <a:off x="0" y="6314536"/>
            <a:ext cx="3398808" cy="379562"/>
          </a:xfrm>
          <a:prstGeom prst="rect">
            <a:avLst/>
          </a:prstGeom>
          <a:solidFill>
            <a:srgbClr val="728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126987967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01064D0-B8B8-4055-6947-2A6F2A6739A8}"/>
              </a:ext>
            </a:extLst>
          </p:cNvPr>
          <p:cNvSpPr>
            <a:spLocks noGrp="1"/>
          </p:cNvSpPr>
          <p:nvPr>
            <p:ph idx="1"/>
          </p:nvPr>
        </p:nvSpPr>
        <p:spPr>
          <a:xfrm>
            <a:off x="0" y="824369"/>
            <a:ext cx="9144000" cy="5766212"/>
          </a:xfrm>
        </p:spPr>
        <p:txBody>
          <a:bodyPr>
            <a:normAutofit fontScale="77500" lnSpcReduction="20000"/>
          </a:bodyPr>
          <a:lstStyle/>
          <a:p>
            <a:pPr marL="342900" indent="-342900">
              <a:buClrTx/>
              <a:buFont typeface="Arial" panose="020B0604020202020204" pitchFamily="34" charset="0"/>
              <a:buChar char="•"/>
            </a:pPr>
            <a:r>
              <a:rPr lang="en-GB" dirty="0"/>
              <a:t>Articles and authors are our collections of documents.</a:t>
            </a:r>
          </a:p>
          <a:p>
            <a:pPr marL="342900" indent="-342900">
              <a:buClrTx/>
              <a:buFont typeface="Arial" panose="020B0604020202020204" pitchFamily="34" charset="0"/>
              <a:buChar char="•"/>
            </a:pPr>
            <a:r>
              <a:rPr lang="en-GB" dirty="0"/>
              <a:t>Each article contains the main information needed:</a:t>
            </a:r>
          </a:p>
          <a:p>
            <a:pPr marL="457200" indent="-457200">
              <a:buFont typeface="+mj-lt"/>
              <a:buAutoNum type="arabicPeriod"/>
            </a:pPr>
            <a:r>
              <a:rPr lang="en-GB" dirty="0"/>
              <a:t>Relevant information stored in different attributes including the tile, an </a:t>
            </a:r>
            <a:r>
              <a:rPr lang="en-GB" dirty="0" err="1"/>
              <a:t>url</a:t>
            </a:r>
            <a:r>
              <a:rPr lang="en-GB" dirty="0"/>
              <a:t> representing the correlated online resource, date of publication.</a:t>
            </a:r>
          </a:p>
          <a:p>
            <a:pPr marL="457200" indent="-457200">
              <a:buFont typeface="+mj-lt"/>
              <a:buAutoNum type="arabicPeriod"/>
            </a:pPr>
            <a:r>
              <a:rPr lang="en-GB" dirty="0"/>
              <a:t>The </a:t>
            </a:r>
            <a:r>
              <a:rPr lang="en-GB" dirty="0" err="1"/>
              <a:t>doc_id</a:t>
            </a:r>
            <a:r>
              <a:rPr lang="en-GB" dirty="0"/>
              <a:t> that is a unique identifier associated with each article, it's assigned to each article when it's published. </a:t>
            </a:r>
          </a:p>
          <a:p>
            <a:pPr marL="457200" indent="-457200">
              <a:buFont typeface="+mj-lt"/>
              <a:buAutoNum type="arabicPeriod"/>
            </a:pPr>
            <a:r>
              <a:rPr lang="en-GB" dirty="0"/>
              <a:t>List of tags (such as \#cloud)</a:t>
            </a:r>
          </a:p>
          <a:p>
            <a:pPr marL="457200" indent="-457200">
              <a:buFont typeface="+mj-lt"/>
              <a:buAutoNum type="arabicPeriod"/>
            </a:pPr>
            <a:r>
              <a:rPr lang="en-GB" dirty="0"/>
              <a:t>List of authors, stored as an array of </a:t>
            </a:r>
            <a:r>
              <a:rPr lang="en-GB" i="1" dirty="0" err="1"/>
              <a:t>Author_preview</a:t>
            </a:r>
            <a:r>
              <a:rPr lang="en-GB" i="1" dirty="0"/>
              <a:t> </a:t>
            </a:r>
            <a:r>
              <a:rPr lang="en-GB" dirty="0"/>
              <a:t>sub-documents. The </a:t>
            </a:r>
            <a:r>
              <a:rPr lang="en-GB" i="1" dirty="0" err="1"/>
              <a:t>Author_preview</a:t>
            </a:r>
            <a:r>
              <a:rPr lang="en-GB" i="1" dirty="0"/>
              <a:t> </a:t>
            </a:r>
            <a:r>
              <a:rPr lang="en-GB" dirty="0"/>
              <a:t>sub-document is designed with the aim to provide the most relevant information of an author that usually, in our application domain, it's accessed together with the related article. </a:t>
            </a:r>
          </a:p>
          <a:p>
            <a:pPr marL="457200" indent="-457200">
              <a:buFont typeface="+mj-lt"/>
              <a:buAutoNum type="arabicPeriod"/>
            </a:pPr>
            <a:r>
              <a:rPr lang="en-GB" dirty="0"/>
              <a:t>The </a:t>
            </a:r>
            <a:r>
              <a:rPr lang="en-GB" i="1" dirty="0" err="1"/>
              <a:t>Text_data</a:t>
            </a:r>
            <a:r>
              <a:rPr lang="en-GB" i="1" dirty="0"/>
              <a:t> </a:t>
            </a:r>
            <a:r>
              <a:rPr lang="en-GB" dirty="0"/>
              <a:t>sub-document which includes all the article text structure and the related data. </a:t>
            </a:r>
          </a:p>
          <a:p>
            <a:pPr marL="457200" indent="-457200">
              <a:buFont typeface="+mj-lt"/>
              <a:buAutoNum type="arabicPeriod"/>
            </a:pPr>
            <a:r>
              <a:rPr lang="en-GB" dirty="0"/>
              <a:t> The </a:t>
            </a:r>
            <a:r>
              <a:rPr lang="en-GB" i="1" dirty="0"/>
              <a:t>Section</a:t>
            </a:r>
            <a:r>
              <a:rPr lang="en-GB" dirty="0"/>
              <a:t> sub-document represent a section of an Article.</a:t>
            </a:r>
          </a:p>
          <a:p>
            <a:pPr marL="457200" indent="-457200">
              <a:buFont typeface="+mj-lt"/>
              <a:buAutoNum type="arabicPeriod"/>
            </a:pPr>
            <a:r>
              <a:rPr lang="en-GB" dirty="0"/>
              <a:t>Bibliography with the list of all the referenced articles.</a:t>
            </a:r>
          </a:p>
          <a:p>
            <a:pPr marL="457200" indent="-457200">
              <a:buFont typeface="+mj-lt"/>
              <a:buAutoNum type="arabicPeriod"/>
            </a:pPr>
            <a:r>
              <a:rPr lang="en-GB" dirty="0"/>
              <a:t>An </a:t>
            </a:r>
            <a:r>
              <a:rPr lang="en-GB" i="1" dirty="0" err="1"/>
              <a:t>Article_preview</a:t>
            </a:r>
            <a:r>
              <a:rPr lang="en-GB" i="1" dirty="0"/>
              <a:t> </a:t>
            </a:r>
            <a:r>
              <a:rPr lang="en-GB" dirty="0"/>
              <a:t>sub-document include all the principal  information related to an article that are usually accessed.</a:t>
            </a:r>
          </a:p>
          <a:p>
            <a:pPr marL="342900" indent="-342900">
              <a:buClrTx/>
              <a:buFont typeface="Arial" panose="020B0604020202020204" pitchFamily="34" charset="0"/>
              <a:buChar char="•"/>
            </a:pPr>
            <a:r>
              <a:rPr lang="en-GB" dirty="0"/>
              <a:t>Each author in the authors collection contains several attributes that give more personal information (such as biography, email, affiliation) and also a list of all the articles written by himself, stored as an array of </a:t>
            </a:r>
            <a:r>
              <a:rPr lang="en-GB" i="1" dirty="0" err="1"/>
              <a:t>Article_preview</a:t>
            </a:r>
            <a:r>
              <a:rPr lang="en-GB" i="1" dirty="0"/>
              <a:t>.</a:t>
            </a:r>
            <a:br>
              <a:rPr lang="en-GB" i="1" dirty="0"/>
            </a:br>
            <a:br>
              <a:rPr lang="en-GB" i="1" dirty="0"/>
            </a:br>
            <a:r>
              <a:rPr lang="en-GB" b="1" dirty="0"/>
              <a:t>In the next slide there are the document schema and an example of article.</a:t>
            </a:r>
            <a:endParaRPr lang="en-IT" b="1" dirty="0"/>
          </a:p>
        </p:txBody>
      </p:sp>
    </p:spTree>
    <p:extLst>
      <p:ext uri="{BB962C8B-B14F-4D97-AF65-F5344CB8AC3E}">
        <p14:creationId xmlns:p14="http://schemas.microsoft.com/office/powerpoint/2010/main" val="77052017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Picture 4" descr="Diagram&#10;&#10;Description automatically generated">
            <a:extLst>
              <a:ext uri="{FF2B5EF4-FFF2-40B4-BE49-F238E27FC236}">
                <a16:creationId xmlns:a16="http://schemas.microsoft.com/office/drawing/2014/main" id="{262CA0DC-C586-2C3F-5A2B-41CFB01DC5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5515428" cy="3860800"/>
          </a:xfrm>
          <a:prstGeom prst="rect">
            <a:avLst/>
          </a:prstGeom>
          <a:effectLst>
            <a:softEdge rad="31750"/>
          </a:effectLst>
        </p:spPr>
      </p:pic>
      <p:pic>
        <p:nvPicPr>
          <p:cNvPr id="7" name="Picture 6" descr="Graphical user interface, text, application&#10;&#10;Description automatically generated">
            <a:extLst>
              <a:ext uri="{FF2B5EF4-FFF2-40B4-BE49-F238E27FC236}">
                <a16:creationId xmlns:a16="http://schemas.microsoft.com/office/drawing/2014/main" id="{AF206FB7-CF2D-F8FF-52CC-8B005FB1A4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15428" y="3429000"/>
            <a:ext cx="3628572" cy="3501572"/>
          </a:xfrm>
          <a:prstGeom prst="rect">
            <a:avLst/>
          </a:prstGeom>
          <a:effectLst>
            <a:softEdge rad="31750"/>
          </a:effectLst>
        </p:spPr>
      </p:pic>
    </p:spTree>
    <p:extLst>
      <p:ext uri="{BB962C8B-B14F-4D97-AF65-F5344CB8AC3E}">
        <p14:creationId xmlns:p14="http://schemas.microsoft.com/office/powerpoint/2010/main" val="69746410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80775-1CB6-B9B2-5232-7AC722C83219}"/>
              </a:ext>
            </a:extLst>
          </p:cNvPr>
          <p:cNvSpPr>
            <a:spLocks noGrp="1"/>
          </p:cNvSpPr>
          <p:nvPr>
            <p:ph type="title"/>
          </p:nvPr>
        </p:nvSpPr>
        <p:spPr>
          <a:xfrm>
            <a:off x="42424" y="371276"/>
            <a:ext cx="8722714" cy="807922"/>
          </a:xfrm>
        </p:spPr>
        <p:txBody>
          <a:bodyPr/>
          <a:lstStyle/>
          <a:p>
            <a:pPr algn="l"/>
            <a:r>
              <a:rPr lang="en-IT" dirty="0">
                <a:solidFill>
                  <a:schemeClr val="bg1"/>
                </a:solidFill>
              </a:rPr>
              <a:t>An example of a query with its result (query 9):</a:t>
            </a:r>
          </a:p>
        </p:txBody>
      </p:sp>
      <p:sp>
        <p:nvSpPr>
          <p:cNvPr id="3" name="Content Placeholder 2">
            <a:extLst>
              <a:ext uri="{FF2B5EF4-FFF2-40B4-BE49-F238E27FC236}">
                <a16:creationId xmlns:a16="http://schemas.microsoft.com/office/drawing/2014/main" id="{21631D70-B02E-3C1E-8B8C-B09FFCA72FFC}"/>
              </a:ext>
            </a:extLst>
          </p:cNvPr>
          <p:cNvSpPr>
            <a:spLocks noGrp="1"/>
          </p:cNvSpPr>
          <p:nvPr>
            <p:ph idx="1"/>
          </p:nvPr>
        </p:nvSpPr>
        <p:spPr>
          <a:xfrm>
            <a:off x="-42423" y="1179198"/>
            <a:ext cx="8638409" cy="1960921"/>
          </a:xfrm>
        </p:spPr>
        <p:txBody>
          <a:bodyPr>
            <a:normAutofit fontScale="92500"/>
          </a:bodyPr>
          <a:lstStyle/>
          <a:p>
            <a:r>
              <a:rPr lang="en-GB" dirty="0"/>
              <a:t>This query takes all documents with more than 500 pages and date less than 2013-04-11, there is a sorting by the pages in ascending order, an unwind by referenced articles (bibliography) and takes all those with date greater than 2013-04-11 returning only the title of the ref and the </a:t>
            </a:r>
            <a:r>
              <a:rPr lang="en-GB" dirty="0" err="1"/>
              <a:t>doc_id</a:t>
            </a:r>
            <a:r>
              <a:rPr lang="en-GB" dirty="0"/>
              <a:t> of the source document. It shows only the first 10 results. 			               Complexity: Filtering (also con </a:t>
            </a:r>
            <a:r>
              <a:rPr lang="en-GB" dirty="0" err="1"/>
              <a:t>subdocs</a:t>
            </a:r>
            <a:r>
              <a:rPr lang="en-GB" dirty="0"/>
              <a:t>), aggregation, unwind, refs.</a:t>
            </a:r>
            <a:endParaRPr lang="en-IT" dirty="0"/>
          </a:p>
        </p:txBody>
      </p:sp>
      <p:sp>
        <p:nvSpPr>
          <p:cNvPr id="4" name="TextBox 3">
            <a:extLst>
              <a:ext uri="{FF2B5EF4-FFF2-40B4-BE49-F238E27FC236}">
                <a16:creationId xmlns:a16="http://schemas.microsoft.com/office/drawing/2014/main" id="{30B65784-ED38-1D00-21A1-13AD4D903F5A}"/>
              </a:ext>
            </a:extLst>
          </p:cNvPr>
          <p:cNvSpPr txBox="1"/>
          <p:nvPr/>
        </p:nvSpPr>
        <p:spPr>
          <a:xfrm>
            <a:off x="0" y="3140119"/>
            <a:ext cx="4741883" cy="3000821"/>
          </a:xfrm>
          <a:prstGeom prst="rect">
            <a:avLst/>
          </a:prstGeom>
          <a:solidFill>
            <a:schemeClr val="tx2"/>
          </a:solidFill>
        </p:spPr>
        <p:txBody>
          <a:bodyPr wrap="square">
            <a:spAutoFit/>
          </a:bodyPr>
          <a:lstStyle/>
          <a:p>
            <a:r>
              <a:rPr lang="en-GB" sz="1350" dirty="0" err="1">
                <a:solidFill>
                  <a:schemeClr val="bg1"/>
                </a:solidFill>
                <a:latin typeface="Comic Sans MS" panose="030F0902030302020204" pitchFamily="66" charset="0"/>
              </a:rPr>
              <a:t>db.articles.aggregate</a:t>
            </a:r>
            <a:r>
              <a:rPr lang="en-GB" sz="1350" dirty="0">
                <a:solidFill>
                  <a:schemeClr val="bg1"/>
                </a:solidFill>
                <a:latin typeface="Comic Sans MS" panose="030F0902030302020204" pitchFamily="66" charset="0"/>
              </a:rPr>
              <a:t>([</a:t>
            </a:r>
          </a:p>
          <a:p>
            <a:r>
              <a:rPr lang="en-GB" sz="1350" dirty="0">
                <a:solidFill>
                  <a:schemeClr val="bg1"/>
                </a:solidFill>
                <a:latin typeface="Comic Sans MS" panose="030F0902030302020204" pitchFamily="66" charset="0"/>
              </a:rPr>
              <a:t>    { $match: { $and: [</a:t>
            </a:r>
          </a:p>
          <a:p>
            <a:r>
              <a:rPr lang="en-GB" sz="1350" dirty="0">
                <a:solidFill>
                  <a:schemeClr val="bg1"/>
                </a:solidFill>
                <a:latin typeface="Comic Sans MS" panose="030F0902030302020204" pitchFamily="66" charset="0"/>
              </a:rPr>
              <a:t>        { pages: { $</a:t>
            </a:r>
            <a:r>
              <a:rPr lang="en-GB" sz="1350" dirty="0" err="1">
                <a:solidFill>
                  <a:schemeClr val="bg1"/>
                </a:solidFill>
                <a:latin typeface="Comic Sans MS" panose="030F0902030302020204" pitchFamily="66" charset="0"/>
              </a:rPr>
              <a:t>gte</a:t>
            </a:r>
            <a:r>
              <a:rPr lang="en-GB" sz="1350" dirty="0">
                <a:solidFill>
                  <a:schemeClr val="bg1"/>
                </a:solidFill>
                <a:latin typeface="Comic Sans MS" panose="030F0902030302020204" pitchFamily="66" charset="0"/>
              </a:rPr>
              <a:t>: 500 } },</a:t>
            </a:r>
          </a:p>
          <a:p>
            <a:r>
              <a:rPr lang="en-GB" sz="1350" dirty="0">
                <a:solidFill>
                  <a:schemeClr val="bg1"/>
                </a:solidFill>
                <a:latin typeface="Comic Sans MS" panose="030F0902030302020204" pitchFamily="66" charset="0"/>
              </a:rPr>
              <a:t>    { date: { $</a:t>
            </a:r>
            <a:r>
              <a:rPr lang="en-GB" sz="1350" dirty="0" err="1">
                <a:solidFill>
                  <a:schemeClr val="bg1"/>
                </a:solidFill>
                <a:latin typeface="Comic Sans MS" panose="030F0902030302020204" pitchFamily="66" charset="0"/>
              </a:rPr>
              <a:t>lt</a:t>
            </a:r>
            <a:r>
              <a:rPr lang="en-GB" sz="1350" dirty="0">
                <a:solidFill>
                  <a:schemeClr val="bg1"/>
                </a:solidFill>
                <a:latin typeface="Comic Sans MS" panose="030F0902030302020204" pitchFamily="66" charset="0"/>
              </a:rPr>
              <a:t>: </a:t>
            </a:r>
            <a:r>
              <a:rPr lang="en-GB" sz="1350" dirty="0" err="1">
                <a:solidFill>
                  <a:schemeClr val="bg1"/>
                </a:solidFill>
                <a:latin typeface="Comic Sans MS" panose="030F0902030302020204" pitchFamily="66" charset="0"/>
              </a:rPr>
              <a:t>ISODate</a:t>
            </a:r>
            <a:r>
              <a:rPr lang="en-GB" sz="1350" dirty="0">
                <a:solidFill>
                  <a:schemeClr val="bg1"/>
                </a:solidFill>
                <a:latin typeface="Comic Sans MS" panose="030F0902030302020204" pitchFamily="66" charset="0"/>
              </a:rPr>
              <a:t>('2013-04-11T00:00:00.000Z') } } ] } }, </a:t>
            </a:r>
          </a:p>
          <a:p>
            <a:r>
              <a:rPr lang="en-GB" sz="1350" dirty="0">
                <a:solidFill>
                  <a:schemeClr val="bg1"/>
                </a:solidFill>
                <a:latin typeface="Comic Sans MS" panose="030F0902030302020204" pitchFamily="66" charset="0"/>
              </a:rPr>
              <a:t>    { $sort: { pages: 1 } }, </a:t>
            </a:r>
          </a:p>
          <a:p>
            <a:r>
              <a:rPr lang="en-GB" sz="1350" dirty="0">
                <a:solidFill>
                  <a:schemeClr val="bg1"/>
                </a:solidFill>
                <a:latin typeface="Comic Sans MS" panose="030F0902030302020204" pitchFamily="66" charset="0"/>
              </a:rPr>
              <a:t>    { $unwind: { path: '$bibliography' } }, </a:t>
            </a:r>
          </a:p>
          <a:p>
            <a:r>
              <a:rPr lang="en-GB" sz="1350" dirty="0">
                <a:solidFill>
                  <a:schemeClr val="bg1"/>
                </a:solidFill>
                <a:latin typeface="Comic Sans MS" panose="030F0902030302020204" pitchFamily="66" charset="0"/>
              </a:rPr>
              <a:t>    { $match: { '</a:t>
            </a:r>
            <a:r>
              <a:rPr lang="en-GB" sz="1350" dirty="0" err="1">
                <a:solidFill>
                  <a:schemeClr val="bg1"/>
                </a:solidFill>
                <a:latin typeface="Comic Sans MS" panose="030F0902030302020204" pitchFamily="66" charset="0"/>
              </a:rPr>
              <a:t>bibliography.date</a:t>
            </a:r>
            <a:r>
              <a:rPr lang="en-GB" sz="1350" dirty="0">
                <a:solidFill>
                  <a:schemeClr val="bg1"/>
                </a:solidFill>
                <a:latin typeface="Comic Sans MS" panose="030F0902030302020204" pitchFamily="66" charset="0"/>
              </a:rPr>
              <a:t>': {</a:t>
            </a:r>
          </a:p>
          <a:p>
            <a:r>
              <a:rPr lang="en-GB" sz="1350" dirty="0">
                <a:solidFill>
                  <a:schemeClr val="bg1"/>
                </a:solidFill>
                <a:latin typeface="Comic Sans MS" panose="030F0902030302020204" pitchFamily="66" charset="0"/>
              </a:rPr>
              <a:t>        $</a:t>
            </a:r>
            <a:r>
              <a:rPr lang="en-GB" sz="1350" dirty="0" err="1">
                <a:solidFill>
                  <a:schemeClr val="bg1"/>
                </a:solidFill>
                <a:latin typeface="Comic Sans MS" panose="030F0902030302020204" pitchFamily="66" charset="0"/>
              </a:rPr>
              <a:t>gte</a:t>
            </a:r>
            <a:r>
              <a:rPr lang="en-GB" sz="1350" dirty="0">
                <a:solidFill>
                  <a:schemeClr val="bg1"/>
                </a:solidFill>
                <a:latin typeface="Comic Sans MS" panose="030F0902030302020204" pitchFamily="66" charset="0"/>
              </a:rPr>
              <a:t>: </a:t>
            </a:r>
            <a:r>
              <a:rPr lang="en-GB" sz="1350" dirty="0" err="1">
                <a:solidFill>
                  <a:schemeClr val="bg1"/>
                </a:solidFill>
                <a:latin typeface="Comic Sans MS" panose="030F0902030302020204" pitchFamily="66" charset="0"/>
              </a:rPr>
              <a:t>ISODate</a:t>
            </a:r>
            <a:r>
              <a:rPr lang="en-GB" sz="1350" dirty="0">
                <a:solidFill>
                  <a:schemeClr val="bg1"/>
                </a:solidFill>
                <a:latin typeface="Comic Sans MS" panose="030F0902030302020204" pitchFamily="66" charset="0"/>
              </a:rPr>
              <a:t>('2013-04-11T00:00:00.000Z') } } }, </a:t>
            </a:r>
          </a:p>
          <a:p>
            <a:r>
              <a:rPr lang="en-GB" sz="1350" dirty="0">
                <a:solidFill>
                  <a:schemeClr val="bg1"/>
                </a:solidFill>
                <a:latin typeface="Comic Sans MS" panose="030F0902030302020204" pitchFamily="66" charset="0"/>
              </a:rPr>
              <a:t>    { $project: { '</a:t>
            </a:r>
            <a:r>
              <a:rPr lang="en-GB" sz="1350" dirty="0" err="1">
                <a:solidFill>
                  <a:schemeClr val="bg1"/>
                </a:solidFill>
                <a:latin typeface="Comic Sans MS" panose="030F0902030302020204" pitchFamily="66" charset="0"/>
              </a:rPr>
              <a:t>bibliography.title</a:t>
            </a:r>
            <a:r>
              <a:rPr lang="en-GB" sz="1350" dirty="0">
                <a:solidFill>
                  <a:schemeClr val="bg1"/>
                </a:solidFill>
                <a:latin typeface="Comic Sans MS" panose="030F0902030302020204" pitchFamily="66" charset="0"/>
              </a:rPr>
              <a:t>': 1, </a:t>
            </a:r>
            <a:r>
              <a:rPr lang="en-GB" sz="1350" dirty="0" err="1">
                <a:solidFill>
                  <a:schemeClr val="bg1"/>
                </a:solidFill>
                <a:latin typeface="Comic Sans MS" panose="030F0902030302020204" pitchFamily="66" charset="0"/>
              </a:rPr>
              <a:t>doc_id</a:t>
            </a:r>
            <a:r>
              <a:rPr lang="en-GB" sz="1350" dirty="0">
                <a:solidFill>
                  <a:schemeClr val="bg1"/>
                </a:solidFill>
                <a:latin typeface="Comic Sans MS" panose="030F0902030302020204" pitchFamily="66" charset="0"/>
              </a:rPr>
              <a:t>: 1,</a:t>
            </a:r>
          </a:p>
          <a:p>
            <a:r>
              <a:rPr lang="en-GB" sz="1350" dirty="0">
                <a:solidFill>
                  <a:schemeClr val="bg1"/>
                </a:solidFill>
                <a:latin typeface="Comic Sans MS" panose="030F0902030302020204" pitchFamily="66" charset="0"/>
              </a:rPr>
              <a:t>        _id: 0 } }, </a:t>
            </a:r>
          </a:p>
          <a:p>
            <a:r>
              <a:rPr lang="en-GB" sz="1350" dirty="0">
                <a:solidFill>
                  <a:schemeClr val="bg1"/>
                </a:solidFill>
                <a:latin typeface="Comic Sans MS" panose="030F0902030302020204" pitchFamily="66" charset="0"/>
              </a:rPr>
              <a:t>    { $limit: 10 }</a:t>
            </a:r>
          </a:p>
          <a:p>
            <a:r>
              <a:rPr lang="en-GB" sz="1350" dirty="0">
                <a:solidFill>
                  <a:schemeClr val="bg1"/>
                </a:solidFill>
                <a:latin typeface="Comic Sans MS" panose="030F0902030302020204" pitchFamily="66" charset="0"/>
              </a:rPr>
              <a:t>])</a:t>
            </a:r>
          </a:p>
          <a:p>
            <a:endParaRPr lang="en-GB" sz="1350" dirty="0">
              <a:solidFill>
                <a:schemeClr val="bg1"/>
              </a:solidFill>
              <a:latin typeface="Comic Sans MS" panose="030F0902030302020204" pitchFamily="66" charset="0"/>
            </a:endParaRPr>
          </a:p>
        </p:txBody>
      </p:sp>
      <p:sp>
        <p:nvSpPr>
          <p:cNvPr id="7" name="TextBox 6">
            <a:extLst>
              <a:ext uri="{FF2B5EF4-FFF2-40B4-BE49-F238E27FC236}">
                <a16:creationId xmlns:a16="http://schemas.microsoft.com/office/drawing/2014/main" id="{60F0E9E1-7BF8-BC72-8CC7-4738F12A2627}"/>
              </a:ext>
            </a:extLst>
          </p:cNvPr>
          <p:cNvSpPr txBox="1"/>
          <p:nvPr/>
        </p:nvSpPr>
        <p:spPr>
          <a:xfrm>
            <a:off x="4784306" y="3101572"/>
            <a:ext cx="4206545" cy="2943113"/>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a:spAutoFit/>
          </a:bodyPr>
          <a:lstStyle/>
          <a:p>
            <a:r>
              <a:rPr lang="en-IT" sz="975" dirty="0">
                <a:latin typeface="Comic Sans MS" panose="030F0902030302020204" pitchFamily="66" charset="0"/>
              </a:rPr>
              <a:t>[{ doc_id: 29,</a:t>
            </a:r>
          </a:p>
          <a:p>
            <a:r>
              <a:rPr lang="en-IT" sz="975" dirty="0">
                <a:latin typeface="Comic Sans MS" panose="030F0902030302020204" pitchFamily="66" charset="0"/>
              </a:rPr>
              <a:t>    bibliography: { title:'Datenbankkonzepte für wissensbasierte </a:t>
            </a:r>
          </a:p>
          <a:p>
            <a:r>
              <a:rPr lang="en-IT" sz="975" dirty="0">
                <a:latin typeface="Comic Sans MS" panose="030F0902030302020204" pitchFamily="66" charset="0"/>
              </a:rPr>
              <a:t>    Systeme'}},</a:t>
            </a:r>
          </a:p>
          <a:p>
            <a:endParaRPr lang="en-IT" sz="975" dirty="0">
              <a:latin typeface="Comic Sans MS" panose="030F0902030302020204" pitchFamily="66" charset="0"/>
            </a:endParaRPr>
          </a:p>
          <a:p>
            <a:r>
              <a:rPr lang="en-IT" sz="975" dirty="0">
                <a:latin typeface="Comic Sans MS" panose="030F0902030302020204" pitchFamily="66" charset="0"/>
              </a:rPr>
              <a:t>{ doc_id: 280,</a:t>
            </a:r>
          </a:p>
          <a:p>
            <a:r>
              <a:rPr lang="en-IT" sz="975" dirty="0">
                <a:latin typeface="Comic Sans MS" panose="030F0902030302020204" pitchFamily="66" charset="0"/>
              </a:rPr>
              <a:t>    bibliography: { title: 'Temporales Schließen in einem </a:t>
            </a:r>
          </a:p>
          <a:p>
            <a:r>
              <a:rPr lang="en-IT" sz="975" dirty="0">
                <a:latin typeface="Comic Sans MS" panose="030F0902030302020204" pitchFamily="66" charset="0"/>
              </a:rPr>
              <a:t>    natürlichsprachlichen System' } },</a:t>
            </a:r>
          </a:p>
          <a:p>
            <a:endParaRPr lang="en-IT" sz="975" dirty="0">
              <a:latin typeface="Comic Sans MS" panose="030F0902030302020204" pitchFamily="66" charset="0"/>
            </a:endParaRPr>
          </a:p>
          <a:p>
            <a:r>
              <a:rPr lang="en-IT" sz="975" dirty="0">
                <a:latin typeface="Comic Sans MS" panose="030F0902030302020204" pitchFamily="66" charset="0"/>
              </a:rPr>
              <a:t>{ doc_id: 383,</a:t>
            </a:r>
          </a:p>
          <a:p>
            <a:r>
              <a:rPr lang="en-IT" sz="975" dirty="0">
                <a:latin typeface="Comic Sans MS" panose="030F0902030302020204" pitchFamily="66" charset="0"/>
              </a:rPr>
              <a:t>    bibliography: { title: 'Chart-Parsing of Unification-Based </a:t>
            </a:r>
          </a:p>
          <a:p>
            <a:r>
              <a:rPr lang="en-IT" sz="975" dirty="0">
                <a:latin typeface="Comic Sans MS" panose="030F0902030302020204" pitchFamily="66" charset="0"/>
              </a:rPr>
              <a:t>    Grammars with ID/LP-Rules' } },</a:t>
            </a:r>
          </a:p>
          <a:p>
            <a:r>
              <a:rPr lang="en-IT" sz="975" dirty="0">
                <a:latin typeface="Comic Sans MS" panose="030F0902030302020204" pitchFamily="66" charset="0"/>
              </a:rPr>
              <a:t>    </a:t>
            </a:r>
          </a:p>
          <a:p>
            <a:r>
              <a:rPr lang="en-IT" sz="975" dirty="0">
                <a:latin typeface="Comic Sans MS" panose="030F0902030302020204" pitchFamily="66" charset="0"/>
              </a:rPr>
              <a:t>{ doc_id: 383,</a:t>
            </a:r>
          </a:p>
          <a:p>
            <a:r>
              <a:rPr lang="en-IT" sz="975" dirty="0">
                <a:latin typeface="Comic Sans MS" panose="030F0902030302020204" pitchFamily="66" charset="0"/>
              </a:rPr>
              <a:t>    bibliography: { title: 'Locating Matches of Tree Patterns </a:t>
            </a:r>
          </a:p>
          <a:p>
            <a:r>
              <a:rPr lang="en-IT" sz="975" dirty="0">
                <a:latin typeface="Comic Sans MS" panose="030F0902030302020204" pitchFamily="66" charset="0"/>
              </a:rPr>
              <a:t>    in Forests' } },</a:t>
            </a:r>
          </a:p>
          <a:p>
            <a:r>
              <a:rPr lang="en-IT" sz="975" dirty="0">
                <a:latin typeface="Comic Sans MS" panose="030F0902030302020204" pitchFamily="66" charset="0"/>
              </a:rPr>
              <a:t>    </a:t>
            </a:r>
          </a:p>
          <a:p>
            <a:r>
              <a:rPr lang="en-IT" sz="975" dirty="0">
                <a:latin typeface="Comic Sans MS" panose="030F0902030302020204" pitchFamily="66" charset="0"/>
              </a:rPr>
              <a:t>{ doc_id: 383,</a:t>
            </a:r>
          </a:p>
          <a:p>
            <a:r>
              <a:rPr lang="en-IT" sz="975" dirty="0">
                <a:latin typeface="Comic Sans MS" panose="030F0902030302020204" pitchFamily="66" charset="0"/>
              </a:rPr>
              <a:t>    bibliography: { title: 'Object Oriented DBMS as a Generalization </a:t>
            </a:r>
          </a:p>
          <a:p>
            <a:r>
              <a:rPr lang="en-IT" sz="975" dirty="0">
                <a:latin typeface="Comic Sans MS" panose="030F0902030302020204" pitchFamily="66" charset="0"/>
              </a:rPr>
              <a:t>    of Relational DBMS' } },   …</a:t>
            </a:r>
          </a:p>
        </p:txBody>
      </p:sp>
      <p:sp>
        <p:nvSpPr>
          <p:cNvPr id="5" name="Rectangle 4">
            <a:extLst>
              <a:ext uri="{FF2B5EF4-FFF2-40B4-BE49-F238E27FC236}">
                <a16:creationId xmlns:a16="http://schemas.microsoft.com/office/drawing/2014/main" id="{431303C9-1365-294A-85FE-81819FD95DCF}"/>
              </a:ext>
            </a:extLst>
          </p:cNvPr>
          <p:cNvSpPr/>
          <p:nvPr/>
        </p:nvSpPr>
        <p:spPr>
          <a:xfrm>
            <a:off x="0" y="6314536"/>
            <a:ext cx="3398808" cy="379562"/>
          </a:xfrm>
          <a:prstGeom prst="rect">
            <a:avLst/>
          </a:prstGeom>
          <a:solidFill>
            <a:srgbClr val="728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200757167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B6C28-0291-4001-4AA3-068ED18995A7}"/>
              </a:ext>
            </a:extLst>
          </p:cNvPr>
          <p:cNvSpPr>
            <a:spLocks noGrp="1"/>
          </p:cNvSpPr>
          <p:nvPr>
            <p:ph type="title"/>
          </p:nvPr>
        </p:nvSpPr>
        <p:spPr>
          <a:xfrm>
            <a:off x="101042" y="190541"/>
            <a:ext cx="8516035" cy="807922"/>
          </a:xfrm>
        </p:spPr>
        <p:txBody>
          <a:bodyPr/>
          <a:lstStyle/>
          <a:p>
            <a:pPr algn="l"/>
            <a:r>
              <a:rPr lang="en-IT" spc="450" dirty="0"/>
              <a:t>An example of a command(command 3):</a:t>
            </a:r>
          </a:p>
        </p:txBody>
      </p:sp>
      <p:sp>
        <p:nvSpPr>
          <p:cNvPr id="3" name="Content Placeholder 2">
            <a:extLst>
              <a:ext uri="{FF2B5EF4-FFF2-40B4-BE49-F238E27FC236}">
                <a16:creationId xmlns:a16="http://schemas.microsoft.com/office/drawing/2014/main" id="{72F90C8A-BE20-3B2B-E8A5-7313BF9B3882}"/>
              </a:ext>
            </a:extLst>
          </p:cNvPr>
          <p:cNvSpPr>
            <a:spLocks noGrp="1"/>
          </p:cNvSpPr>
          <p:nvPr>
            <p:ph idx="1"/>
          </p:nvPr>
        </p:nvSpPr>
        <p:spPr>
          <a:xfrm>
            <a:off x="101042" y="1331263"/>
            <a:ext cx="3699777" cy="4575037"/>
          </a:xfrm>
        </p:spPr>
        <p:txBody>
          <a:bodyPr>
            <a:normAutofit fontScale="85000" lnSpcReduction="10000"/>
          </a:bodyPr>
          <a:lstStyle/>
          <a:p>
            <a:r>
              <a:rPr lang="en-GB" dirty="0"/>
              <a:t>This command updates the articles that have the tag "#information" and adds the article with id 250 in bibliography if the articles we are updating already don’t contain </a:t>
            </a:r>
            <a:r>
              <a:rPr lang="en-GB" dirty="0" err="1"/>
              <a:t>doc_id</a:t>
            </a:r>
            <a:r>
              <a:rPr lang="en-GB" dirty="0"/>
              <a:t> and </a:t>
            </a:r>
            <a:r>
              <a:rPr lang="en-GB" dirty="0" err="1"/>
              <a:t>ref_id</a:t>
            </a:r>
            <a:r>
              <a:rPr lang="en-GB" dirty="0"/>
              <a:t>  equal to 250 which is the document we are trying to insert. In this way we are avoiding adding the article in its own bibliography or to have the same articles twice if it already exists in bibliography. In this scenario, we are assuming that the articles we are adding in the bibliography are already contained in the db.</a:t>
            </a:r>
            <a:endParaRPr lang="en-IT" dirty="0"/>
          </a:p>
        </p:txBody>
      </p:sp>
      <p:sp>
        <p:nvSpPr>
          <p:cNvPr id="5" name="TextBox 4">
            <a:extLst>
              <a:ext uri="{FF2B5EF4-FFF2-40B4-BE49-F238E27FC236}">
                <a16:creationId xmlns:a16="http://schemas.microsoft.com/office/drawing/2014/main" id="{6E3F13EC-4B03-9A86-D3ED-1952DD936567}"/>
              </a:ext>
            </a:extLst>
          </p:cNvPr>
          <p:cNvSpPr txBox="1"/>
          <p:nvPr/>
        </p:nvSpPr>
        <p:spPr>
          <a:xfrm>
            <a:off x="4183694" y="2093050"/>
            <a:ext cx="4572000" cy="2169825"/>
          </a:xfrm>
          <a:prstGeom prst="rect">
            <a:avLst/>
          </a:prstGeom>
          <a:solidFill>
            <a:schemeClr val="tx2"/>
          </a:solidFill>
        </p:spPr>
        <p:txBody>
          <a:bodyPr wrap="square">
            <a:spAutoFit/>
          </a:bodyPr>
          <a:lstStyle/>
          <a:p>
            <a:r>
              <a:rPr lang="en-GB" sz="1350" dirty="0" err="1">
                <a:solidFill>
                  <a:schemeClr val="bg1"/>
                </a:solidFill>
                <a:latin typeface="Comic Sans MS" panose="030F0902030302020204" pitchFamily="66" charset="0"/>
              </a:rPr>
              <a:t>db.articles.updateMany</a:t>
            </a:r>
            <a:r>
              <a:rPr lang="en-GB" sz="1350" dirty="0">
                <a:solidFill>
                  <a:schemeClr val="bg1"/>
                </a:solidFill>
                <a:latin typeface="Comic Sans MS" panose="030F0902030302020204" pitchFamily="66" charset="0"/>
              </a:rPr>
              <a:t>(</a:t>
            </a:r>
          </a:p>
          <a:p>
            <a:r>
              <a:rPr lang="en-GB" sz="1350" dirty="0">
                <a:solidFill>
                  <a:schemeClr val="bg1"/>
                </a:solidFill>
                <a:latin typeface="Comic Sans MS" panose="030F0902030302020204" pitchFamily="66" charset="0"/>
              </a:rPr>
              <a:t>    {</a:t>
            </a:r>
          </a:p>
          <a:p>
            <a:r>
              <a:rPr lang="en-GB" sz="1350" dirty="0">
                <a:solidFill>
                  <a:schemeClr val="bg1"/>
                </a:solidFill>
                <a:latin typeface="Comic Sans MS" panose="030F0902030302020204" pitchFamily="66" charset="0"/>
              </a:rPr>
              <a:t>        "</a:t>
            </a:r>
            <a:r>
              <a:rPr lang="en-GB" sz="1350" dirty="0" err="1">
                <a:solidFill>
                  <a:schemeClr val="bg1"/>
                </a:solidFill>
                <a:latin typeface="Comic Sans MS" panose="030F0902030302020204" pitchFamily="66" charset="0"/>
              </a:rPr>
              <a:t>doc_id</a:t>
            </a:r>
            <a:r>
              <a:rPr lang="en-GB" sz="1350" dirty="0">
                <a:solidFill>
                  <a:schemeClr val="bg1"/>
                </a:solidFill>
                <a:latin typeface="Comic Sans MS" panose="030F0902030302020204" pitchFamily="66" charset="0"/>
              </a:rPr>
              <a:t>":{$ne:250},</a:t>
            </a:r>
          </a:p>
          <a:p>
            <a:r>
              <a:rPr lang="en-GB" sz="1350" dirty="0">
                <a:solidFill>
                  <a:schemeClr val="bg1"/>
                </a:solidFill>
                <a:latin typeface="Comic Sans MS" panose="030F0902030302020204" pitchFamily="66" charset="0"/>
              </a:rPr>
              <a:t>        "</a:t>
            </a:r>
            <a:r>
              <a:rPr lang="en-GB" sz="1350" dirty="0" err="1">
                <a:solidFill>
                  <a:schemeClr val="bg1"/>
                </a:solidFill>
                <a:latin typeface="Comic Sans MS" panose="030F0902030302020204" pitchFamily="66" charset="0"/>
              </a:rPr>
              <a:t>bibliography.ref_id</a:t>
            </a:r>
            <a:r>
              <a:rPr lang="en-GB" sz="1350" dirty="0">
                <a:solidFill>
                  <a:schemeClr val="bg1"/>
                </a:solidFill>
                <a:latin typeface="Comic Sans MS" panose="030F0902030302020204" pitchFamily="66" charset="0"/>
              </a:rPr>
              <a:t>":{$ne:250},</a:t>
            </a:r>
          </a:p>
          <a:p>
            <a:r>
              <a:rPr lang="en-GB" sz="1350" dirty="0">
                <a:solidFill>
                  <a:schemeClr val="bg1"/>
                </a:solidFill>
                <a:latin typeface="Comic Sans MS" panose="030F0902030302020204" pitchFamily="66" charset="0"/>
              </a:rPr>
              <a:t>        "tags":"#information"},</a:t>
            </a:r>
          </a:p>
          <a:p>
            <a:r>
              <a:rPr lang="en-GB" sz="1350" dirty="0">
                <a:solidFill>
                  <a:schemeClr val="bg1"/>
                </a:solidFill>
                <a:latin typeface="Comic Sans MS" panose="030F0902030302020204" pitchFamily="66" charset="0"/>
              </a:rPr>
              <a:t>        {“$push”: {</a:t>
            </a:r>
            <a:r>
              <a:rPr lang="en-GB" sz="1350" dirty="0" err="1">
                <a:solidFill>
                  <a:schemeClr val="bg1"/>
                </a:solidFill>
                <a:latin typeface="Comic Sans MS" panose="030F0902030302020204" pitchFamily="66" charset="0"/>
              </a:rPr>
              <a:t>bibliograpy</a:t>
            </a:r>
            <a:r>
              <a:rPr lang="en-GB" sz="1350" dirty="0">
                <a:solidFill>
                  <a:schemeClr val="bg1"/>
                </a:solidFill>
                <a:latin typeface="Comic Sans MS" panose="030F0902030302020204" pitchFamily="66" charset="0"/>
              </a:rPr>
              <a:t>: { </a:t>
            </a:r>
            <a:r>
              <a:rPr lang="en-GB" sz="1350" dirty="0" err="1">
                <a:solidFill>
                  <a:schemeClr val="bg1"/>
                </a:solidFill>
                <a:latin typeface="Comic Sans MS" panose="030F0902030302020204" pitchFamily="66" charset="0"/>
              </a:rPr>
              <a:t>ref_id</a:t>
            </a:r>
            <a:r>
              <a:rPr lang="en-GB" sz="1350" dirty="0">
                <a:solidFill>
                  <a:schemeClr val="bg1"/>
                </a:solidFill>
                <a:latin typeface="Comic Sans MS" panose="030F0902030302020204" pitchFamily="66" charset="0"/>
              </a:rPr>
              <a:t>: 250, “title”:</a:t>
            </a:r>
          </a:p>
          <a:p>
            <a:r>
              <a:rPr lang="en-GB" sz="1350" dirty="0">
                <a:solidFill>
                  <a:schemeClr val="bg1"/>
                </a:solidFill>
                <a:latin typeface="Comic Sans MS" panose="030F0902030302020204" pitchFamily="66" charset="0"/>
              </a:rPr>
              <a:t>            " Die Sloppy/</a:t>
            </a:r>
            <a:r>
              <a:rPr lang="en-GB" sz="1350" dirty="0" err="1">
                <a:solidFill>
                  <a:schemeClr val="bg1"/>
                </a:solidFill>
                <a:latin typeface="Comic Sans MS" panose="030F0902030302020204" pitchFamily="66" charset="0"/>
              </a:rPr>
              <a:t>Referenzielle</a:t>
            </a:r>
            <a:r>
              <a:rPr lang="en-GB" sz="1350" dirty="0">
                <a:solidFill>
                  <a:schemeClr val="bg1"/>
                </a:solidFill>
                <a:latin typeface="Comic Sans MS" panose="030F0902030302020204" pitchFamily="66" charset="0"/>
              </a:rPr>
              <a:t> </a:t>
            </a:r>
            <a:r>
              <a:rPr lang="en-GB" sz="1350" dirty="0" err="1">
                <a:solidFill>
                  <a:schemeClr val="bg1"/>
                </a:solidFill>
                <a:latin typeface="Comic Sans MS" panose="030F0902030302020204" pitchFamily="66" charset="0"/>
              </a:rPr>
              <a:t>Ambiguität</a:t>
            </a:r>
            <a:r>
              <a:rPr lang="en-GB" sz="1350" dirty="0">
                <a:solidFill>
                  <a:schemeClr val="bg1"/>
                </a:solidFill>
                <a:latin typeface="Comic Sans MS" panose="030F0902030302020204" pitchFamily="66" charset="0"/>
              </a:rPr>
              <a:t>: </a:t>
            </a:r>
            <a:r>
              <a:rPr lang="en-GB" sz="1350" dirty="0" err="1">
                <a:solidFill>
                  <a:schemeClr val="bg1"/>
                </a:solidFill>
                <a:latin typeface="Comic Sans MS" panose="030F0902030302020204" pitchFamily="66" charset="0"/>
              </a:rPr>
              <a:t>Bildungssyntax</a:t>
            </a:r>
            <a:r>
              <a:rPr lang="en-GB" sz="1350" dirty="0">
                <a:solidFill>
                  <a:schemeClr val="bg1"/>
                </a:solidFill>
                <a:latin typeface="Comic Sans MS" panose="030F0902030302020204" pitchFamily="66" charset="0"/>
              </a:rPr>
              <a:t> </a:t>
            </a:r>
            <a:r>
              <a:rPr lang="en-GB" sz="1350" dirty="0" err="1">
                <a:solidFill>
                  <a:schemeClr val="bg1"/>
                </a:solidFill>
                <a:latin typeface="Comic Sans MS" panose="030F0902030302020204" pitchFamily="66" charset="0"/>
              </a:rPr>
              <a:t>oder</a:t>
            </a:r>
            <a:r>
              <a:rPr lang="en-GB" sz="1350" dirty="0">
                <a:solidFill>
                  <a:schemeClr val="bg1"/>
                </a:solidFill>
                <a:latin typeface="Comic Sans MS" panose="030F0902030302020204" pitchFamily="66" charset="0"/>
              </a:rPr>
              <a:t> </a:t>
            </a:r>
          </a:p>
          <a:p>
            <a:r>
              <a:rPr lang="en-GB" sz="1350" dirty="0">
                <a:solidFill>
                  <a:schemeClr val="bg1"/>
                </a:solidFill>
                <a:latin typeface="Comic Sans MS" panose="030F0902030302020204" pitchFamily="66" charset="0"/>
              </a:rPr>
              <a:t>            </a:t>
            </a:r>
            <a:r>
              <a:rPr lang="en-GB" sz="1350" dirty="0" err="1">
                <a:solidFill>
                  <a:schemeClr val="bg1"/>
                </a:solidFill>
                <a:latin typeface="Comic Sans MS" panose="030F0902030302020204" pitchFamily="66" charset="0"/>
              </a:rPr>
              <a:t>Diskursrepräsentationstheorie</a:t>
            </a:r>
            <a:r>
              <a:rPr lang="en-GB" sz="1350" dirty="0">
                <a:solidFill>
                  <a:schemeClr val="bg1"/>
                </a:solidFill>
                <a:latin typeface="Comic Sans MS" panose="030F0902030302020204" pitchFamily="66" charset="0"/>
              </a:rPr>
              <a:t>?", </a:t>
            </a:r>
          </a:p>
          <a:p>
            <a:r>
              <a:rPr lang="en-GB" sz="1350" dirty="0">
                <a:solidFill>
                  <a:schemeClr val="bg1"/>
                </a:solidFill>
                <a:latin typeface="Comic Sans MS" panose="030F0902030302020204" pitchFamily="66" charset="0"/>
              </a:rPr>
              <a:t>            “Date": new </a:t>
            </a:r>
            <a:r>
              <a:rPr lang="en-GB" sz="1350" dirty="0" err="1">
                <a:solidFill>
                  <a:schemeClr val="bg1"/>
                </a:solidFill>
                <a:latin typeface="Comic Sans MS" panose="030F0902030302020204" pitchFamily="66" charset="0"/>
              </a:rPr>
              <a:t>ISODate</a:t>
            </a:r>
            <a:r>
              <a:rPr lang="en-GB" sz="1350" dirty="0">
                <a:solidFill>
                  <a:schemeClr val="bg1"/>
                </a:solidFill>
                <a:latin typeface="Comic Sans MS" panose="030F0902030302020204" pitchFamily="66" charset="0"/>
              </a:rPr>
              <a:t>("1998-08-16") } } } ) </a:t>
            </a:r>
            <a:endParaRPr lang="en-IT" sz="1350" dirty="0">
              <a:solidFill>
                <a:schemeClr val="bg1"/>
              </a:solidFill>
              <a:latin typeface="Comic Sans MS" panose="030F0902030302020204" pitchFamily="66" charset="0"/>
            </a:endParaRPr>
          </a:p>
        </p:txBody>
      </p:sp>
      <p:sp>
        <p:nvSpPr>
          <p:cNvPr id="4" name="Rectangle 3">
            <a:extLst>
              <a:ext uri="{FF2B5EF4-FFF2-40B4-BE49-F238E27FC236}">
                <a16:creationId xmlns:a16="http://schemas.microsoft.com/office/drawing/2014/main" id="{7E049084-62C2-716E-27A6-C347A3A117D7}"/>
              </a:ext>
            </a:extLst>
          </p:cNvPr>
          <p:cNvSpPr/>
          <p:nvPr/>
        </p:nvSpPr>
        <p:spPr>
          <a:xfrm>
            <a:off x="0" y="6314536"/>
            <a:ext cx="3398808" cy="379562"/>
          </a:xfrm>
          <a:prstGeom prst="rect">
            <a:avLst/>
          </a:prstGeom>
          <a:solidFill>
            <a:srgbClr val="728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202667431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magine 6" descr="01_Polimi_centrato_COL_positivo.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250" y="1721149"/>
            <a:ext cx="2730901" cy="2126951"/>
          </a:xfrm>
          <a:prstGeom prst="rect">
            <a:avLst/>
          </a:prstGeom>
        </p:spPr>
      </p:pic>
      <p:sp>
        <p:nvSpPr>
          <p:cNvPr id="2" name="Titolo 1"/>
          <p:cNvSpPr>
            <a:spLocks noGrp="1"/>
          </p:cNvSpPr>
          <p:nvPr>
            <p:ph type="ctrTitle"/>
          </p:nvPr>
        </p:nvSpPr>
        <p:spPr>
          <a:xfrm>
            <a:off x="622500" y="4218736"/>
            <a:ext cx="7772400" cy="968375"/>
          </a:xfrm>
        </p:spPr>
        <p:txBody>
          <a:bodyPr/>
          <a:lstStyle/>
          <a:p>
            <a:pPr algn="ctr"/>
            <a:r>
              <a:rPr lang="en-IT" dirty="0"/>
              <a:t>Third part (high scaling DB): Spark</a:t>
            </a:r>
            <a:endParaRPr lang="it-IT" dirty="0"/>
          </a:p>
        </p:txBody>
      </p:sp>
    </p:spTree>
    <p:extLst>
      <p:ext uri="{BB962C8B-B14F-4D97-AF65-F5344CB8AC3E}">
        <p14:creationId xmlns:p14="http://schemas.microsoft.com/office/powerpoint/2010/main" val="4264876374"/>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80775-1CB6-B9B2-5232-7AC722C83219}"/>
              </a:ext>
            </a:extLst>
          </p:cNvPr>
          <p:cNvSpPr>
            <a:spLocks noGrp="1"/>
          </p:cNvSpPr>
          <p:nvPr>
            <p:ph type="title"/>
          </p:nvPr>
        </p:nvSpPr>
        <p:spPr/>
        <p:txBody>
          <a:bodyPr/>
          <a:lstStyle/>
          <a:p>
            <a:r>
              <a:rPr lang="en-IT" dirty="0">
                <a:solidFill>
                  <a:schemeClr val="bg1"/>
                </a:solidFill>
              </a:rPr>
              <a:t>Examples of queries and commands:</a:t>
            </a:r>
          </a:p>
        </p:txBody>
      </p:sp>
      <p:sp>
        <p:nvSpPr>
          <p:cNvPr id="3" name="Content Placeholder 2">
            <a:extLst>
              <a:ext uri="{FF2B5EF4-FFF2-40B4-BE49-F238E27FC236}">
                <a16:creationId xmlns:a16="http://schemas.microsoft.com/office/drawing/2014/main" id="{21631D70-B02E-3C1E-8B8C-B09FFCA72FFC}"/>
              </a:ext>
            </a:extLst>
          </p:cNvPr>
          <p:cNvSpPr>
            <a:spLocks noGrp="1"/>
          </p:cNvSpPr>
          <p:nvPr>
            <p:ph idx="1"/>
          </p:nvPr>
        </p:nvSpPr>
        <p:spPr/>
        <p:txBody>
          <a:bodyPr/>
          <a:lstStyle/>
          <a:p>
            <a:r>
              <a:rPr lang="en-IT" dirty="0">
                <a:solidFill>
                  <a:schemeClr val="bg1"/>
                </a:solidFill>
              </a:rPr>
              <a:t>Da scegliere insieme!</a:t>
            </a:r>
          </a:p>
        </p:txBody>
      </p:sp>
      <p:sp>
        <p:nvSpPr>
          <p:cNvPr id="4" name="Rectangle 3">
            <a:extLst>
              <a:ext uri="{FF2B5EF4-FFF2-40B4-BE49-F238E27FC236}">
                <a16:creationId xmlns:a16="http://schemas.microsoft.com/office/drawing/2014/main" id="{2E461CFF-FAB2-2F40-5805-0EF4021A2D3B}"/>
              </a:ext>
            </a:extLst>
          </p:cNvPr>
          <p:cNvSpPr/>
          <p:nvPr/>
        </p:nvSpPr>
        <p:spPr>
          <a:xfrm>
            <a:off x="0" y="6314536"/>
            <a:ext cx="3398808" cy="379562"/>
          </a:xfrm>
          <a:prstGeom prst="rect">
            <a:avLst/>
          </a:prstGeom>
          <a:solidFill>
            <a:srgbClr val="728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161879768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B7E032-EEC6-829F-CDE9-3C7EFCC5319E}"/>
              </a:ext>
            </a:extLst>
          </p:cNvPr>
          <p:cNvSpPr>
            <a:spLocks noGrp="1"/>
          </p:cNvSpPr>
          <p:nvPr>
            <p:ph type="title"/>
          </p:nvPr>
        </p:nvSpPr>
        <p:spPr>
          <a:xfrm>
            <a:off x="281478" y="444762"/>
            <a:ext cx="8581043" cy="840400"/>
          </a:xfrm>
        </p:spPr>
        <p:txBody>
          <a:bodyPr>
            <a:normAutofit/>
          </a:bodyPr>
          <a:lstStyle/>
          <a:p>
            <a:pPr algn="ctr"/>
            <a:r>
              <a:rPr lang="en-IT" sz="2400" dirty="0"/>
              <a:t>Conclusions:</a:t>
            </a:r>
          </a:p>
        </p:txBody>
      </p:sp>
      <p:sp>
        <p:nvSpPr>
          <p:cNvPr id="3" name="Content Placeholder 2">
            <a:extLst>
              <a:ext uri="{FF2B5EF4-FFF2-40B4-BE49-F238E27FC236}">
                <a16:creationId xmlns:a16="http://schemas.microsoft.com/office/drawing/2014/main" id="{2408C200-4A9D-91DA-A2B5-127B8CE002AD}"/>
              </a:ext>
            </a:extLst>
          </p:cNvPr>
          <p:cNvSpPr>
            <a:spLocks noGrp="1"/>
          </p:cNvSpPr>
          <p:nvPr>
            <p:ph idx="1"/>
          </p:nvPr>
        </p:nvSpPr>
        <p:spPr>
          <a:xfrm>
            <a:off x="281478" y="1584548"/>
            <a:ext cx="5847405" cy="2998371"/>
          </a:xfrm>
        </p:spPr>
        <p:txBody>
          <a:bodyPr/>
          <a:lstStyle/>
          <a:p>
            <a:r>
              <a:rPr lang="en-IT" dirty="0"/>
              <a:t>This project was very useful to understand how to manage a lot of unstructured datas, also using script to “purify” them!</a:t>
            </a:r>
            <a:br>
              <a:rPr lang="en-IT" dirty="0"/>
            </a:br>
            <a:r>
              <a:rPr lang="en-IT" dirty="0"/>
              <a:t>The group works well together.</a:t>
            </a:r>
          </a:p>
        </p:txBody>
      </p:sp>
      <p:sp>
        <p:nvSpPr>
          <p:cNvPr id="5" name="TextBox 4">
            <a:extLst>
              <a:ext uri="{FF2B5EF4-FFF2-40B4-BE49-F238E27FC236}">
                <a16:creationId xmlns:a16="http://schemas.microsoft.com/office/drawing/2014/main" id="{BA7C6C9D-5FC6-3648-B2E7-DB271664F639}"/>
              </a:ext>
            </a:extLst>
          </p:cNvPr>
          <p:cNvSpPr txBox="1"/>
          <p:nvPr/>
        </p:nvSpPr>
        <p:spPr>
          <a:xfrm>
            <a:off x="281478" y="4882305"/>
            <a:ext cx="4575131" cy="1131079"/>
          </a:xfrm>
          <a:prstGeom prst="rect">
            <a:avLst/>
          </a:prstGeom>
          <a:noFill/>
        </p:spPr>
        <p:txBody>
          <a:bodyPr wrap="square">
            <a:spAutoFit/>
          </a:bodyPr>
          <a:lstStyle/>
          <a:p>
            <a:r>
              <a:rPr lang="en-IT" sz="1350" dirty="0"/>
              <a:t>References: </a:t>
            </a:r>
          </a:p>
          <a:p>
            <a:pPr marL="214313" indent="-214313">
              <a:buFont typeface="Arial" panose="020B0604020202020204" pitchFamily="34" charset="0"/>
              <a:buChar char="•"/>
            </a:pPr>
            <a:r>
              <a:rPr lang="en-GB" sz="1350" dirty="0">
                <a:hlinkClick r:id="rId2"/>
              </a:rPr>
              <a:t>https://github.com/alessandroromito/SMBUD-project2022</a:t>
            </a:r>
            <a:endParaRPr lang="en-GB" sz="1350" dirty="0"/>
          </a:p>
          <a:p>
            <a:pPr marL="214313" indent="-214313">
              <a:buFont typeface="Arial" panose="020B0604020202020204" pitchFamily="34" charset="0"/>
              <a:buChar char="•"/>
            </a:pPr>
            <a:r>
              <a:rPr lang="en-GB" sz="1350" dirty="0">
                <a:hlinkClick r:id="rId3"/>
              </a:rPr>
              <a:t>https://www.overleaf.com/project/63515ce30659266f3659cda8</a:t>
            </a:r>
            <a:endParaRPr lang="en-GB" sz="1350" dirty="0"/>
          </a:p>
          <a:p>
            <a:pPr marL="214313" indent="-214313">
              <a:buFont typeface="Arial" panose="020B0604020202020204" pitchFamily="34" charset="0"/>
              <a:buChar char="•"/>
            </a:pPr>
            <a:endParaRPr lang="en-IT" sz="1350" dirty="0"/>
          </a:p>
        </p:txBody>
      </p:sp>
      <p:sp>
        <p:nvSpPr>
          <p:cNvPr id="4" name="Rectangle 3">
            <a:extLst>
              <a:ext uri="{FF2B5EF4-FFF2-40B4-BE49-F238E27FC236}">
                <a16:creationId xmlns:a16="http://schemas.microsoft.com/office/drawing/2014/main" id="{50FBC46B-8F48-378C-ECBB-46F4D49BD5F0}"/>
              </a:ext>
            </a:extLst>
          </p:cNvPr>
          <p:cNvSpPr/>
          <p:nvPr/>
        </p:nvSpPr>
        <p:spPr>
          <a:xfrm>
            <a:off x="0" y="6314536"/>
            <a:ext cx="3398808" cy="379562"/>
          </a:xfrm>
          <a:prstGeom prst="rect">
            <a:avLst/>
          </a:prstGeom>
          <a:solidFill>
            <a:srgbClr val="728F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T"/>
          </a:p>
        </p:txBody>
      </p:sp>
    </p:spTree>
    <p:extLst>
      <p:ext uri="{BB962C8B-B14F-4D97-AF65-F5344CB8AC3E}">
        <p14:creationId xmlns:p14="http://schemas.microsoft.com/office/powerpoint/2010/main" val="2616121869"/>
      </p:ext>
    </p:extLst>
  </p:cSld>
  <p:clrMapOvr>
    <a:masterClrMapping/>
  </p:clrMapOvr>
  <p:transition spd="slow">
    <p:push dir="d"/>
  </p:transition>
</p:sld>
</file>

<file path=ppt/theme/theme1.xml><?xml version="1.0" encoding="utf-8"?>
<a:theme xmlns:a="http://schemas.openxmlformats.org/drawingml/2006/main" name="POLI">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POLI</Template>
  <TotalTime>168</TotalTime>
  <Words>1977</Words>
  <Application>Microsoft Macintosh PowerPoint</Application>
  <PresentationFormat>On-screen Show (4:3)</PresentationFormat>
  <Paragraphs>132</Paragraphs>
  <Slides>19</Slides>
  <Notes>1</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Comic Sans MS</vt:lpstr>
      <vt:lpstr>Wingdings</vt:lpstr>
      <vt:lpstr>POLI</vt:lpstr>
      <vt:lpstr>Titolo presentazione sottotitolo</vt:lpstr>
      <vt:lpstr>Introduction to the project</vt:lpstr>
      <vt:lpstr>Firma convenzione  Politecnico di Milano e Veneranda Fabbrica del Duomo di Milano</vt:lpstr>
      <vt:lpstr>Introduction to the project</vt:lpstr>
      <vt:lpstr>ER Diagram</vt:lpstr>
      <vt:lpstr>First part (graph DB): Neo4J</vt:lpstr>
      <vt:lpstr>First part (graph DB): Neo4J</vt:lpstr>
      <vt:lpstr>PowerPoint Presentation</vt:lpstr>
      <vt:lpstr>An example of a query with its result (query 12):</vt:lpstr>
      <vt:lpstr>An example of a command(command 1):</vt:lpstr>
      <vt:lpstr>Second Part (documental DB): MongoDB</vt:lpstr>
      <vt:lpstr>Second Part (documental DB): MongoDB</vt:lpstr>
      <vt:lpstr>PowerPoint Presentation</vt:lpstr>
      <vt:lpstr>PowerPoint Presentation</vt:lpstr>
      <vt:lpstr>An example of a query with its result (query 9):</vt:lpstr>
      <vt:lpstr>An example of a command(command 3):</vt:lpstr>
      <vt:lpstr>Third part (high scaling DB): Spark</vt:lpstr>
      <vt:lpstr>Examples of queries and commands:</vt:lpstr>
      <vt:lpstr>Conclusions:</vt:lpstr>
    </vt:vector>
  </TitlesOfParts>
  <Company>Area Servizi ICT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Mattia Brambilla</dc:creator>
  <cp:lastModifiedBy>Francesco Riccardi</cp:lastModifiedBy>
  <cp:revision>25</cp:revision>
  <dcterms:created xsi:type="dcterms:W3CDTF">2015-05-26T12:27:57Z</dcterms:created>
  <dcterms:modified xsi:type="dcterms:W3CDTF">2022-12-06T13:32:25Z</dcterms:modified>
</cp:coreProperties>
</file>