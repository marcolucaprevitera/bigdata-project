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61" r:id="rId2"/>
    <p:sldId id="260" r:id="rId3"/>
    <p:sldId id="256" r:id="rId4"/>
    <p:sldId id="257" r:id="rId5"/>
    <p:sldId id="289" r:id="rId6"/>
    <p:sldId id="287" r:id="rId7"/>
    <p:sldId id="288" r:id="rId8"/>
    <p:sldId id="301" r:id="rId9"/>
    <p:sldId id="295" r:id="rId10"/>
    <p:sldId id="276" r:id="rId11"/>
    <p:sldId id="277" r:id="rId12"/>
    <p:sldId id="278" r:id="rId13"/>
    <p:sldId id="283" r:id="rId14"/>
    <p:sldId id="280" r:id="rId15"/>
    <p:sldId id="282" r:id="rId16"/>
    <p:sldId id="281" r:id="rId17"/>
    <p:sldId id="264" r:id="rId18"/>
    <p:sldId id="258" r:id="rId19"/>
    <p:sldId id="291" r:id="rId20"/>
    <p:sldId id="292" r:id="rId21"/>
    <p:sldId id="273" r:id="rId22"/>
    <p:sldId id="284" r:id="rId23"/>
    <p:sldId id="285" r:id="rId24"/>
    <p:sldId id="265" r:id="rId25"/>
    <p:sldId id="259" r:id="rId26"/>
    <p:sldId id="293" r:id="rId27"/>
    <p:sldId id="294" r:id="rId28"/>
    <p:sldId id="271" r:id="rId29"/>
    <p:sldId id="298" r:id="rId30"/>
    <p:sldId id="272" r:id="rId31"/>
    <p:sldId id="300" r:id="rId32"/>
    <p:sldId id="299" r:id="rId33"/>
    <p:sldId id="266" r:id="rId34"/>
    <p:sldId id="290" r:id="rId35"/>
    <p:sldId id="296" r:id="rId36"/>
    <p:sldId id="267" r:id="rId37"/>
    <p:sldId id="297" r:id="rId38"/>
    <p:sldId id="268" r:id="rId39"/>
    <p:sldId id="302" r:id="rId40"/>
  </p:sldIdLst>
  <p:sldSz cx="9144000" cy="6858000" type="screen4x3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86F7"/>
    <a:srgbClr val="728F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69590B-5B94-57BB-EBE5-60A49027E5E8}" v="56" dt="2022-12-12T23:44:15.458"/>
    <p1510:client id="{320A5D15-0EB4-2149-84CF-FCCF4D411237}" v="2579" dt="2022-12-12T23:27:39.257"/>
    <p1510:client id="{5645E837-8C4C-FB4D-8A6A-41E9D777D1AD}" v="231" dt="2022-12-12T23:29:12.071"/>
    <p1510:client id="{57CAA272-FD84-A34D-6047-F6706E68E29B}" v="352" dt="2022-12-13T11:09:01.013"/>
    <p1510:client id="{A718070E-2478-4489-8967-44FCC1F9CF15}" v="2419" dt="2022-12-13T11:51:53.846"/>
    <p1510:client id="{BE3825FF-26BE-8D73-4ABF-FFC10DFA1E0A}" v="571" dt="2022-12-12T17:41:36.048"/>
    <p1510:client id="{D3063F48-E1F3-4F02-B308-B4B101A2381C}" v="2763" dt="2022-12-13T09:20:34.967"/>
    <p1510:client id="{F0FA5320-8457-7457-9334-275BE5EACF58}" v="20" dt="2022-12-12T21:57:33.4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o Riccardi" userId="6c83885c-cd25-44a2-9b68-5a6ed639437c" providerId="ADAL" clId="{5645E837-8C4C-FB4D-8A6A-41E9D777D1AD}"/>
    <pc:docChg chg="custSel modSld">
      <pc:chgData name="Francesco Riccardi" userId="6c83885c-cd25-44a2-9b68-5a6ed639437c" providerId="ADAL" clId="{5645E837-8C4C-FB4D-8A6A-41E9D777D1AD}" dt="2022-12-12T23:29:12.071" v="230" actId="1076"/>
      <pc:docMkLst>
        <pc:docMk/>
      </pc:docMkLst>
      <pc:sldChg chg="modSp">
        <pc:chgData name="Francesco Riccardi" userId="6c83885c-cd25-44a2-9b68-5a6ed639437c" providerId="ADAL" clId="{5645E837-8C4C-FB4D-8A6A-41E9D777D1AD}" dt="2022-12-12T21:08:23.196" v="67" actId="14100"/>
        <pc:sldMkLst>
          <pc:docMk/>
          <pc:sldMk cId="1751112552" sldId="261"/>
        </pc:sldMkLst>
        <pc:spChg chg="mod">
          <ac:chgData name="Francesco Riccardi" userId="6c83885c-cd25-44a2-9b68-5a6ed639437c" providerId="ADAL" clId="{5645E837-8C4C-FB4D-8A6A-41E9D777D1AD}" dt="2022-12-12T21:08:23.196" v="67" actId="14100"/>
          <ac:spMkLst>
            <pc:docMk/>
            <pc:sldMk cId="1751112552" sldId="261"/>
            <ac:spMk id="4" creationId="{FDBBDE1E-5534-C1CE-18BB-7FCD94D26518}"/>
          </ac:spMkLst>
        </pc:spChg>
        <pc:grpChg chg="mod">
          <ac:chgData name="Francesco Riccardi" userId="6c83885c-cd25-44a2-9b68-5a6ed639437c" providerId="ADAL" clId="{5645E837-8C4C-FB4D-8A6A-41E9D777D1AD}" dt="2022-12-12T21:08:23.196" v="67" actId="14100"/>
          <ac:grpSpMkLst>
            <pc:docMk/>
            <pc:sldMk cId="1751112552" sldId="261"/>
            <ac:grpSpMk id="6" creationId="{F11BF85C-C40E-8A82-3464-2A6BC4DDAAF1}"/>
          </ac:grpSpMkLst>
        </pc:grpChg>
        <pc:picChg chg="mod">
          <ac:chgData name="Francesco Riccardi" userId="6c83885c-cd25-44a2-9b68-5a6ed639437c" providerId="ADAL" clId="{5645E837-8C4C-FB4D-8A6A-41E9D777D1AD}" dt="2022-12-12T21:08:23.196" v="67" actId="14100"/>
          <ac:picMkLst>
            <pc:docMk/>
            <pc:sldMk cId="1751112552" sldId="261"/>
            <ac:picMk id="1028" creationId="{00000000-0000-0000-0000-000000000000}"/>
          </ac:picMkLst>
        </pc:picChg>
      </pc:sldChg>
      <pc:sldChg chg="mod modShow">
        <pc:chgData name="Francesco Riccardi" userId="6c83885c-cd25-44a2-9b68-5a6ed639437c" providerId="ADAL" clId="{5645E837-8C4C-FB4D-8A6A-41E9D777D1AD}" dt="2022-12-12T22:32:42.195" v="139" actId="729"/>
        <pc:sldMkLst>
          <pc:docMk/>
          <pc:sldMk cId="2007571674" sldId="271"/>
        </pc:sldMkLst>
      </pc:sldChg>
      <pc:sldChg chg="addSp delSp modSp mod modAnim">
        <pc:chgData name="Francesco Riccardi" userId="6c83885c-cd25-44a2-9b68-5a6ed639437c" providerId="ADAL" clId="{5645E837-8C4C-FB4D-8A6A-41E9D777D1AD}" dt="2022-12-12T23:28:17.087" v="227"/>
        <pc:sldMkLst>
          <pc:docMk/>
          <pc:sldMk cId="2026674314" sldId="272"/>
        </pc:sldMkLst>
        <pc:spChg chg="mod">
          <ac:chgData name="Francesco Riccardi" userId="6c83885c-cd25-44a2-9b68-5a6ed639437c" providerId="ADAL" clId="{5645E837-8C4C-FB4D-8A6A-41E9D777D1AD}" dt="2022-12-12T22:32:30.740" v="137" actId="20577"/>
          <ac:spMkLst>
            <pc:docMk/>
            <pc:sldMk cId="2026674314" sldId="272"/>
            <ac:spMk id="2" creationId="{A5FB6C28-0291-4001-4AA3-068ED18995A7}"/>
          </ac:spMkLst>
        </pc:spChg>
        <pc:spChg chg="add del mod">
          <ac:chgData name="Francesco Riccardi" userId="6c83885c-cd25-44a2-9b68-5a6ed639437c" providerId="ADAL" clId="{5645E837-8C4C-FB4D-8A6A-41E9D777D1AD}" dt="2022-12-12T22:32:16.874" v="134"/>
          <ac:spMkLst>
            <pc:docMk/>
            <pc:sldMk cId="2026674314" sldId="272"/>
            <ac:spMk id="5" creationId="{674EF6EC-688E-9D46-4EBD-FA93CF57940B}"/>
          </ac:spMkLst>
        </pc:spChg>
        <pc:spChg chg="mod">
          <ac:chgData name="Francesco Riccardi" userId="6c83885c-cd25-44a2-9b68-5a6ed639437c" providerId="ADAL" clId="{5645E837-8C4C-FB4D-8A6A-41E9D777D1AD}" dt="2022-12-12T23:16:57.263" v="175" actId="20577"/>
          <ac:spMkLst>
            <pc:docMk/>
            <pc:sldMk cId="2026674314" sldId="272"/>
            <ac:spMk id="6" creationId="{A8341A78-B20E-9F74-CC9E-DD0F634CC7DB}"/>
          </ac:spMkLst>
        </pc:spChg>
        <pc:spChg chg="mod">
          <ac:chgData name="Francesco Riccardi" userId="6c83885c-cd25-44a2-9b68-5a6ed639437c" providerId="ADAL" clId="{5645E837-8C4C-FB4D-8A6A-41E9D777D1AD}" dt="2022-12-12T23:26:57.753" v="223" actId="1076"/>
          <ac:spMkLst>
            <pc:docMk/>
            <pc:sldMk cId="2026674314" sldId="272"/>
            <ac:spMk id="8" creationId="{C661B4EF-ACD9-CEFB-F055-3F80F46C028A}"/>
          </ac:spMkLst>
        </pc:spChg>
        <pc:spChg chg="add del mod">
          <ac:chgData name="Francesco Riccardi" userId="6c83885c-cd25-44a2-9b68-5a6ed639437c" providerId="ADAL" clId="{5645E837-8C4C-FB4D-8A6A-41E9D777D1AD}" dt="2022-12-12T23:24:15.383" v="187" actId="21"/>
          <ac:spMkLst>
            <pc:docMk/>
            <pc:sldMk cId="2026674314" sldId="272"/>
            <ac:spMk id="9" creationId="{2483ABE1-6C8A-251E-A337-7AB5E866EC50}"/>
          </ac:spMkLst>
        </pc:spChg>
        <pc:spChg chg="add mod">
          <ac:chgData name="Francesco Riccardi" userId="6c83885c-cd25-44a2-9b68-5a6ed639437c" providerId="ADAL" clId="{5645E837-8C4C-FB4D-8A6A-41E9D777D1AD}" dt="2022-12-12T23:27:02.032" v="224" actId="1076"/>
          <ac:spMkLst>
            <pc:docMk/>
            <pc:sldMk cId="2026674314" sldId="272"/>
            <ac:spMk id="12" creationId="{4CE8BC8F-5691-3C40-45E4-7B70AB090208}"/>
          </ac:spMkLst>
        </pc:spChg>
        <pc:picChg chg="mod">
          <ac:chgData name="Francesco Riccardi" userId="6c83885c-cd25-44a2-9b68-5a6ed639437c" providerId="ADAL" clId="{5645E837-8C4C-FB4D-8A6A-41E9D777D1AD}" dt="2022-12-12T23:27:31.795" v="225" actId="1076"/>
          <ac:picMkLst>
            <pc:docMk/>
            <pc:sldMk cId="2026674314" sldId="272"/>
            <ac:picMk id="10" creationId="{A1421EC2-9B09-F69C-BCC3-A490BDB2E038}"/>
          </ac:picMkLst>
        </pc:picChg>
        <pc:cxnChg chg="mod">
          <ac:chgData name="Francesco Riccardi" userId="6c83885c-cd25-44a2-9b68-5a6ed639437c" providerId="ADAL" clId="{5645E837-8C4C-FB4D-8A6A-41E9D777D1AD}" dt="2022-12-12T23:26:57.753" v="223" actId="1076"/>
          <ac:cxnSpMkLst>
            <pc:docMk/>
            <pc:sldMk cId="2026674314" sldId="272"/>
            <ac:cxnSpMk id="18" creationId="{EBE9928F-FF52-8F51-3FD2-5BEAC9F741F1}"/>
          </ac:cxnSpMkLst>
        </pc:cxnChg>
        <pc:cxnChg chg="mod">
          <ac:chgData name="Francesco Riccardi" userId="6c83885c-cd25-44a2-9b68-5a6ed639437c" providerId="ADAL" clId="{5645E837-8C4C-FB4D-8A6A-41E9D777D1AD}" dt="2022-12-12T23:26:57.753" v="223" actId="1076"/>
          <ac:cxnSpMkLst>
            <pc:docMk/>
            <pc:sldMk cId="2026674314" sldId="272"/>
            <ac:cxnSpMk id="20" creationId="{5F8DA0F8-E726-432C-641B-5FC626D4C1E1}"/>
          </ac:cxnSpMkLst>
        </pc:cxnChg>
        <pc:cxnChg chg="mod">
          <ac:chgData name="Francesco Riccardi" userId="6c83885c-cd25-44a2-9b68-5a6ed639437c" providerId="ADAL" clId="{5645E837-8C4C-FB4D-8A6A-41E9D777D1AD}" dt="2022-12-12T23:26:57.753" v="223" actId="1076"/>
          <ac:cxnSpMkLst>
            <pc:docMk/>
            <pc:sldMk cId="2026674314" sldId="272"/>
            <ac:cxnSpMk id="21" creationId="{68990D8A-D1FB-C243-B6C1-A4B597C25719}"/>
          </ac:cxnSpMkLst>
        </pc:cxnChg>
      </pc:sldChg>
      <pc:sldChg chg="addSp modSp">
        <pc:chgData name="Francesco Riccardi" userId="6c83885c-cd25-44a2-9b68-5a6ed639437c" providerId="ADAL" clId="{5645E837-8C4C-FB4D-8A6A-41E9D777D1AD}" dt="2022-12-12T19:59:30.846" v="0"/>
        <pc:sldMkLst>
          <pc:docMk/>
          <pc:sldMk cId="3865771387" sldId="276"/>
        </pc:sldMkLst>
        <pc:spChg chg="add mod">
          <ac:chgData name="Francesco Riccardi" userId="6c83885c-cd25-44a2-9b68-5a6ed639437c" providerId="ADAL" clId="{5645E837-8C4C-FB4D-8A6A-41E9D777D1AD}" dt="2022-12-12T19:59:30.846" v="0"/>
          <ac:spMkLst>
            <pc:docMk/>
            <pc:sldMk cId="3865771387" sldId="276"/>
            <ac:spMk id="3" creationId="{0B27760A-6308-FD63-D629-6E870239A8AB}"/>
          </ac:spMkLst>
        </pc:spChg>
      </pc:sldChg>
      <pc:sldChg chg="addSp modSp">
        <pc:chgData name="Francesco Riccardi" userId="6c83885c-cd25-44a2-9b68-5a6ed639437c" providerId="ADAL" clId="{5645E837-8C4C-FB4D-8A6A-41E9D777D1AD}" dt="2022-12-12T19:59:33.421" v="1"/>
        <pc:sldMkLst>
          <pc:docMk/>
          <pc:sldMk cId="3382101562" sldId="277"/>
        </pc:sldMkLst>
        <pc:spChg chg="add mod">
          <ac:chgData name="Francesco Riccardi" userId="6c83885c-cd25-44a2-9b68-5a6ed639437c" providerId="ADAL" clId="{5645E837-8C4C-FB4D-8A6A-41E9D777D1AD}" dt="2022-12-12T19:59:33.421" v="1"/>
          <ac:spMkLst>
            <pc:docMk/>
            <pc:sldMk cId="3382101562" sldId="277"/>
            <ac:spMk id="3" creationId="{97150D8F-1290-61F1-B436-CA497D59156E}"/>
          </ac:spMkLst>
        </pc:spChg>
      </pc:sldChg>
      <pc:sldChg chg="addSp modSp">
        <pc:chgData name="Francesco Riccardi" userId="6c83885c-cd25-44a2-9b68-5a6ed639437c" providerId="ADAL" clId="{5645E837-8C4C-FB4D-8A6A-41E9D777D1AD}" dt="2022-12-12T19:59:36.051" v="2"/>
        <pc:sldMkLst>
          <pc:docMk/>
          <pc:sldMk cId="879105328" sldId="278"/>
        </pc:sldMkLst>
        <pc:spChg chg="add mod">
          <ac:chgData name="Francesco Riccardi" userId="6c83885c-cd25-44a2-9b68-5a6ed639437c" providerId="ADAL" clId="{5645E837-8C4C-FB4D-8A6A-41E9D777D1AD}" dt="2022-12-12T19:59:36.051" v="2"/>
          <ac:spMkLst>
            <pc:docMk/>
            <pc:sldMk cId="879105328" sldId="278"/>
            <ac:spMk id="3" creationId="{B42549A4-065F-2578-F8C7-CE887621956E}"/>
          </ac:spMkLst>
        </pc:spChg>
      </pc:sldChg>
      <pc:sldChg chg="addSp modSp">
        <pc:chgData name="Francesco Riccardi" userId="6c83885c-cd25-44a2-9b68-5a6ed639437c" providerId="ADAL" clId="{5645E837-8C4C-FB4D-8A6A-41E9D777D1AD}" dt="2022-12-12T19:59:40.062" v="4"/>
        <pc:sldMkLst>
          <pc:docMk/>
          <pc:sldMk cId="1005665457" sldId="280"/>
        </pc:sldMkLst>
        <pc:spChg chg="add mod">
          <ac:chgData name="Francesco Riccardi" userId="6c83885c-cd25-44a2-9b68-5a6ed639437c" providerId="ADAL" clId="{5645E837-8C4C-FB4D-8A6A-41E9D777D1AD}" dt="2022-12-12T19:59:40.062" v="4"/>
          <ac:spMkLst>
            <pc:docMk/>
            <pc:sldMk cId="1005665457" sldId="280"/>
            <ac:spMk id="6" creationId="{E9AC9EDD-C86D-4F59-7436-EA020ECFBB89}"/>
          </ac:spMkLst>
        </pc:spChg>
      </pc:sldChg>
      <pc:sldChg chg="addSp modSp mod">
        <pc:chgData name="Francesco Riccardi" userId="6c83885c-cd25-44a2-9b68-5a6ed639437c" providerId="ADAL" clId="{5645E837-8C4C-FB4D-8A6A-41E9D777D1AD}" dt="2022-12-12T22:03:43.206" v="85" actId="114"/>
        <pc:sldMkLst>
          <pc:docMk/>
          <pc:sldMk cId="3421835597" sldId="281"/>
        </pc:sldMkLst>
        <pc:spChg chg="add mod">
          <ac:chgData name="Francesco Riccardi" userId="6c83885c-cd25-44a2-9b68-5a6ed639437c" providerId="ADAL" clId="{5645E837-8C4C-FB4D-8A6A-41E9D777D1AD}" dt="2022-12-12T19:59:45.168" v="6"/>
          <ac:spMkLst>
            <pc:docMk/>
            <pc:sldMk cId="3421835597" sldId="281"/>
            <ac:spMk id="3" creationId="{DA9CC2A9-A0B1-9393-5F13-30C394986F86}"/>
          </ac:spMkLst>
        </pc:spChg>
        <pc:spChg chg="mod">
          <ac:chgData name="Francesco Riccardi" userId="6c83885c-cd25-44a2-9b68-5a6ed639437c" providerId="ADAL" clId="{5645E837-8C4C-FB4D-8A6A-41E9D777D1AD}" dt="2022-12-12T22:03:43.206" v="85" actId="114"/>
          <ac:spMkLst>
            <pc:docMk/>
            <pc:sldMk cId="3421835597" sldId="281"/>
            <ac:spMk id="4" creationId="{656DDC26-9900-86AD-67F4-C10290B2C9BC}"/>
          </ac:spMkLst>
        </pc:spChg>
      </pc:sldChg>
      <pc:sldChg chg="addSp modSp">
        <pc:chgData name="Francesco Riccardi" userId="6c83885c-cd25-44a2-9b68-5a6ed639437c" providerId="ADAL" clId="{5645E837-8C4C-FB4D-8A6A-41E9D777D1AD}" dt="2022-12-12T19:59:42.435" v="5"/>
        <pc:sldMkLst>
          <pc:docMk/>
          <pc:sldMk cId="1839004558" sldId="282"/>
        </pc:sldMkLst>
        <pc:spChg chg="add mod">
          <ac:chgData name="Francesco Riccardi" userId="6c83885c-cd25-44a2-9b68-5a6ed639437c" providerId="ADAL" clId="{5645E837-8C4C-FB4D-8A6A-41E9D777D1AD}" dt="2022-12-12T19:59:42.435" v="5"/>
          <ac:spMkLst>
            <pc:docMk/>
            <pc:sldMk cId="1839004558" sldId="282"/>
            <ac:spMk id="3" creationId="{F63F9787-DEA5-557A-8E77-67F96380CC65}"/>
          </ac:spMkLst>
        </pc:spChg>
      </pc:sldChg>
      <pc:sldChg chg="addSp modSp">
        <pc:chgData name="Francesco Riccardi" userId="6c83885c-cd25-44a2-9b68-5a6ed639437c" providerId="ADAL" clId="{5645E837-8C4C-FB4D-8A6A-41E9D777D1AD}" dt="2022-12-12T19:59:38.016" v="3"/>
        <pc:sldMkLst>
          <pc:docMk/>
          <pc:sldMk cId="1894546980" sldId="283"/>
        </pc:sldMkLst>
        <pc:spChg chg="add mod">
          <ac:chgData name="Francesco Riccardi" userId="6c83885c-cd25-44a2-9b68-5a6ed639437c" providerId="ADAL" clId="{5645E837-8C4C-FB4D-8A6A-41E9D777D1AD}" dt="2022-12-12T19:59:38.016" v="3"/>
          <ac:spMkLst>
            <pc:docMk/>
            <pc:sldMk cId="1894546980" sldId="283"/>
            <ac:spMk id="3" creationId="{DC60B9A8-6755-0EF7-86B3-48D1B604929B}"/>
          </ac:spMkLst>
        </pc:spChg>
      </pc:sldChg>
      <pc:sldChg chg="addSp modSp">
        <pc:chgData name="Francesco Riccardi" userId="6c83885c-cd25-44a2-9b68-5a6ed639437c" providerId="ADAL" clId="{5645E837-8C4C-FB4D-8A6A-41E9D777D1AD}" dt="2022-12-12T19:59:59.873" v="7"/>
        <pc:sldMkLst>
          <pc:docMk/>
          <pc:sldMk cId="3148855028" sldId="284"/>
        </pc:sldMkLst>
        <pc:spChg chg="add mod">
          <ac:chgData name="Francesco Riccardi" userId="6c83885c-cd25-44a2-9b68-5a6ed639437c" providerId="ADAL" clId="{5645E837-8C4C-FB4D-8A6A-41E9D777D1AD}" dt="2022-12-12T19:59:59.873" v="7"/>
          <ac:spMkLst>
            <pc:docMk/>
            <pc:sldMk cId="3148855028" sldId="284"/>
            <ac:spMk id="4" creationId="{F852A59C-BFD8-E3C3-44A3-980C0BD4518D}"/>
          </ac:spMkLst>
        </pc:spChg>
      </pc:sldChg>
      <pc:sldChg chg="addSp modSp modAnim">
        <pc:chgData name="Francesco Riccardi" userId="6c83885c-cd25-44a2-9b68-5a6ed639437c" providerId="ADAL" clId="{5645E837-8C4C-FB4D-8A6A-41E9D777D1AD}" dt="2022-12-12T21:28:00.216" v="82"/>
        <pc:sldMkLst>
          <pc:docMk/>
          <pc:sldMk cId="1244703057" sldId="285"/>
        </pc:sldMkLst>
        <pc:spChg chg="add mod">
          <ac:chgData name="Francesco Riccardi" userId="6c83885c-cd25-44a2-9b68-5a6ed639437c" providerId="ADAL" clId="{5645E837-8C4C-FB4D-8A6A-41E9D777D1AD}" dt="2022-12-12T20:00:02.402" v="8"/>
          <ac:spMkLst>
            <pc:docMk/>
            <pc:sldMk cId="1244703057" sldId="285"/>
            <ac:spMk id="4" creationId="{119F2B59-1281-9253-4F19-C35F49343777}"/>
          </ac:spMkLst>
        </pc:spChg>
      </pc:sldChg>
      <pc:sldChg chg="addSp modSp mod">
        <pc:chgData name="Francesco Riccardi" userId="6c83885c-cd25-44a2-9b68-5a6ed639437c" providerId="ADAL" clId="{5645E837-8C4C-FB4D-8A6A-41E9D777D1AD}" dt="2022-12-12T20:14:59.035" v="13" actId="20577"/>
        <pc:sldMkLst>
          <pc:docMk/>
          <pc:sldMk cId="2106026845" sldId="290"/>
        </pc:sldMkLst>
        <pc:spChg chg="mod">
          <ac:chgData name="Francesco Riccardi" userId="6c83885c-cd25-44a2-9b68-5a6ed639437c" providerId="ADAL" clId="{5645E837-8C4C-FB4D-8A6A-41E9D777D1AD}" dt="2022-12-12T20:14:59.035" v="13" actId="20577"/>
          <ac:spMkLst>
            <pc:docMk/>
            <pc:sldMk cId="2106026845" sldId="290"/>
            <ac:spMk id="3" creationId="{7F22B595-EFB4-0B66-E52E-F7EE8F7B7444}"/>
          </ac:spMkLst>
        </pc:spChg>
        <pc:spChg chg="add mod">
          <ac:chgData name="Francesco Riccardi" userId="6c83885c-cd25-44a2-9b68-5a6ed639437c" providerId="ADAL" clId="{5645E837-8C4C-FB4D-8A6A-41E9D777D1AD}" dt="2022-12-12T20:00:38.556" v="9"/>
          <ac:spMkLst>
            <pc:docMk/>
            <pc:sldMk cId="2106026845" sldId="290"/>
            <ac:spMk id="4" creationId="{060A8B89-33C1-4F62-1E63-AD59D0814293}"/>
          </ac:spMkLst>
        </pc:spChg>
      </pc:sldChg>
      <pc:sldChg chg="modSp mod">
        <pc:chgData name="Francesco Riccardi" userId="6c83885c-cd25-44a2-9b68-5a6ed639437c" providerId="ADAL" clId="{5645E837-8C4C-FB4D-8A6A-41E9D777D1AD}" dt="2022-12-12T22:03:31.355" v="84" actId="20577"/>
        <pc:sldMkLst>
          <pc:docMk/>
          <pc:sldMk cId="2331534985" sldId="292"/>
        </pc:sldMkLst>
        <pc:spChg chg="mod">
          <ac:chgData name="Francesco Riccardi" userId="6c83885c-cd25-44a2-9b68-5a6ed639437c" providerId="ADAL" clId="{5645E837-8C4C-FB4D-8A6A-41E9D777D1AD}" dt="2022-12-12T22:03:31.355" v="84" actId="20577"/>
          <ac:spMkLst>
            <pc:docMk/>
            <pc:sldMk cId="2331534985" sldId="292"/>
            <ac:spMk id="3" creationId="{33FEC46C-24B7-84FD-CF3E-294C2816ED4A}"/>
          </ac:spMkLst>
        </pc:spChg>
      </pc:sldChg>
      <pc:sldChg chg="addSp modSp mod">
        <pc:chgData name="Francesco Riccardi" userId="6c83885c-cd25-44a2-9b68-5a6ed639437c" providerId="ADAL" clId="{5645E837-8C4C-FB4D-8A6A-41E9D777D1AD}" dt="2022-12-12T22:49:53.092" v="159" actId="1076"/>
        <pc:sldMkLst>
          <pc:docMk/>
          <pc:sldMk cId="2909919900" sldId="296"/>
        </pc:sldMkLst>
        <pc:spChg chg="mod">
          <ac:chgData name="Francesco Riccardi" userId="6c83885c-cd25-44a2-9b68-5a6ed639437c" providerId="ADAL" clId="{5645E837-8C4C-FB4D-8A6A-41E9D777D1AD}" dt="2022-12-12T20:15:46.255" v="40" actId="20577"/>
          <ac:spMkLst>
            <pc:docMk/>
            <pc:sldMk cId="2909919900" sldId="296"/>
            <ac:spMk id="2" creationId="{C716D869-4035-FB77-2F23-B93385FE981D}"/>
          </ac:spMkLst>
        </pc:spChg>
        <pc:spChg chg="add mod">
          <ac:chgData name="Francesco Riccardi" userId="6c83885c-cd25-44a2-9b68-5a6ed639437c" providerId="ADAL" clId="{5645E837-8C4C-FB4D-8A6A-41E9D777D1AD}" dt="2022-12-12T20:00:43.956" v="10"/>
          <ac:spMkLst>
            <pc:docMk/>
            <pc:sldMk cId="2909919900" sldId="296"/>
            <ac:spMk id="3" creationId="{AEEC80FC-A754-84E7-C3E5-411B25834C04}"/>
          </ac:spMkLst>
        </pc:spChg>
        <pc:picChg chg="mod">
          <ac:chgData name="Francesco Riccardi" userId="6c83885c-cd25-44a2-9b68-5a6ed639437c" providerId="ADAL" clId="{5645E837-8C4C-FB4D-8A6A-41E9D777D1AD}" dt="2022-12-12T22:49:53.092" v="159" actId="1076"/>
          <ac:picMkLst>
            <pc:docMk/>
            <pc:sldMk cId="2909919900" sldId="296"/>
            <ac:picMk id="4" creationId="{B03A436E-4C59-FF3C-398C-E24B595A30F1}"/>
          </ac:picMkLst>
        </pc:picChg>
        <pc:picChg chg="add mod modCrop">
          <ac:chgData name="Francesco Riccardi" userId="6c83885c-cd25-44a2-9b68-5a6ed639437c" providerId="ADAL" clId="{5645E837-8C4C-FB4D-8A6A-41E9D777D1AD}" dt="2022-12-12T20:40:27.303" v="63" actId="1076"/>
          <ac:picMkLst>
            <pc:docMk/>
            <pc:sldMk cId="2909919900" sldId="296"/>
            <ac:picMk id="6" creationId="{84DB4F95-36DF-D4BE-1D8F-87DA5F3507C1}"/>
          </ac:picMkLst>
        </pc:picChg>
      </pc:sldChg>
      <pc:sldChg chg="addSp modSp">
        <pc:chgData name="Francesco Riccardi" userId="6c83885c-cd25-44a2-9b68-5a6ed639437c" providerId="ADAL" clId="{5645E837-8C4C-FB4D-8A6A-41E9D777D1AD}" dt="2022-12-12T20:00:46.934" v="11"/>
        <pc:sldMkLst>
          <pc:docMk/>
          <pc:sldMk cId="13450822" sldId="297"/>
        </pc:sldMkLst>
        <pc:spChg chg="add mod">
          <ac:chgData name="Francesco Riccardi" userId="6c83885c-cd25-44a2-9b68-5a6ed639437c" providerId="ADAL" clId="{5645E837-8C4C-FB4D-8A6A-41E9D777D1AD}" dt="2022-12-12T20:00:46.934" v="11"/>
          <ac:spMkLst>
            <pc:docMk/>
            <pc:sldMk cId="13450822" sldId="297"/>
            <ac:spMk id="3" creationId="{14ED5898-31C1-28AB-3B93-EB5681E8C6FB}"/>
          </ac:spMkLst>
        </pc:spChg>
      </pc:sldChg>
      <pc:sldChg chg="mod modShow">
        <pc:chgData name="Francesco Riccardi" userId="6c83885c-cd25-44a2-9b68-5a6ed639437c" providerId="ADAL" clId="{5645E837-8C4C-FB4D-8A6A-41E9D777D1AD}" dt="2022-12-12T22:32:37.081" v="138" actId="729"/>
        <pc:sldMkLst>
          <pc:docMk/>
          <pc:sldMk cId="1101061112" sldId="298"/>
        </pc:sldMkLst>
      </pc:sldChg>
      <pc:sldChg chg="modSp mod">
        <pc:chgData name="Francesco Riccardi" userId="6c83885c-cd25-44a2-9b68-5a6ed639437c" providerId="ADAL" clId="{5645E837-8C4C-FB4D-8A6A-41E9D777D1AD}" dt="2022-12-12T22:30:59.701" v="132" actId="20577"/>
        <pc:sldMkLst>
          <pc:docMk/>
          <pc:sldMk cId="686952474" sldId="299"/>
        </pc:sldMkLst>
        <pc:spChg chg="mod">
          <ac:chgData name="Francesco Riccardi" userId="6c83885c-cd25-44a2-9b68-5a6ed639437c" providerId="ADAL" clId="{5645E837-8C4C-FB4D-8A6A-41E9D777D1AD}" dt="2022-12-12T22:30:59.701" v="132" actId="20577"/>
          <ac:spMkLst>
            <pc:docMk/>
            <pc:sldMk cId="686952474" sldId="299"/>
            <ac:spMk id="2" creationId="{A5FB6C28-0291-4001-4AA3-068ED18995A7}"/>
          </ac:spMkLst>
        </pc:spChg>
      </pc:sldChg>
      <pc:sldChg chg="addSp delSp modSp mod">
        <pc:chgData name="Francesco Riccardi" userId="6c83885c-cd25-44a2-9b68-5a6ed639437c" providerId="ADAL" clId="{5645E837-8C4C-FB4D-8A6A-41E9D777D1AD}" dt="2022-12-12T23:29:12.071" v="230" actId="1076"/>
        <pc:sldMkLst>
          <pc:docMk/>
          <pc:sldMk cId="635592728" sldId="300"/>
        </pc:sldMkLst>
        <pc:spChg chg="mod">
          <ac:chgData name="Francesco Riccardi" userId="6c83885c-cd25-44a2-9b68-5a6ed639437c" providerId="ADAL" clId="{5645E837-8C4C-FB4D-8A6A-41E9D777D1AD}" dt="2022-12-12T22:33:54.965" v="156" actId="20577"/>
          <ac:spMkLst>
            <pc:docMk/>
            <pc:sldMk cId="635592728" sldId="300"/>
            <ac:spMk id="2" creationId="{A5FB6C28-0291-4001-4AA3-068ED18995A7}"/>
          </ac:spMkLst>
        </pc:spChg>
        <pc:spChg chg="add mod">
          <ac:chgData name="Francesco Riccardi" userId="6c83885c-cd25-44a2-9b68-5a6ed639437c" providerId="ADAL" clId="{5645E837-8C4C-FB4D-8A6A-41E9D777D1AD}" dt="2022-12-12T23:29:12.071" v="230" actId="1076"/>
          <ac:spMkLst>
            <pc:docMk/>
            <pc:sldMk cId="635592728" sldId="300"/>
            <ac:spMk id="12" creationId="{3C8A2360-322D-7835-A517-9C8087B6E92B}"/>
          </ac:spMkLst>
        </pc:spChg>
        <pc:spChg chg="mod">
          <ac:chgData name="Francesco Riccardi" userId="6c83885c-cd25-44a2-9b68-5a6ed639437c" providerId="ADAL" clId="{5645E837-8C4C-FB4D-8A6A-41E9D777D1AD}" dt="2022-12-12T23:28:39.415" v="228" actId="1076"/>
          <ac:spMkLst>
            <pc:docMk/>
            <pc:sldMk cId="635592728" sldId="300"/>
            <ac:spMk id="38" creationId="{FF48E59B-AEBB-75EB-2D3F-06CD85A78BE5}"/>
          </ac:spMkLst>
        </pc:spChg>
        <pc:picChg chg="add del mod">
          <ac:chgData name="Francesco Riccardi" userId="6c83885c-cd25-44a2-9b68-5a6ed639437c" providerId="ADAL" clId="{5645E837-8C4C-FB4D-8A6A-41E9D777D1AD}" dt="2022-12-12T23:23:08.321" v="179" actId="478"/>
          <ac:picMkLst>
            <pc:docMk/>
            <pc:sldMk cId="635592728" sldId="300"/>
            <ac:picMk id="9" creationId="{FF3E165A-DF00-45DB-C13C-3529028E561F}"/>
          </ac:picMkLst>
        </pc:picChg>
      </pc:sldChg>
    </pc:docChg>
  </pc:docChgLst>
  <pc:docChgLst>
    <pc:chgData name="Lorenzo Ferretti" userId="7d4a3fb3-4859-4b01-8002-dc877b98d7c8" providerId="ADAL" clId="{320A5D15-0EB4-2149-84CF-FCCF4D411237}"/>
    <pc:docChg chg="undo custSel addSld delSld modSld sldOrd">
      <pc:chgData name="Lorenzo Ferretti" userId="7d4a3fb3-4859-4b01-8002-dc877b98d7c8" providerId="ADAL" clId="{320A5D15-0EB4-2149-84CF-FCCF4D411237}" dt="2022-12-12T23:27:39.258" v="3227" actId="20577"/>
      <pc:docMkLst>
        <pc:docMk/>
      </pc:docMkLst>
      <pc:sldChg chg="delSp modSp del mod">
        <pc:chgData name="Lorenzo Ferretti" userId="7d4a3fb3-4859-4b01-8002-dc877b98d7c8" providerId="ADAL" clId="{320A5D15-0EB4-2149-84CF-FCCF4D411237}" dt="2022-12-12T11:08:44.295" v="1302" actId="2696"/>
        <pc:sldMkLst>
          <pc:docMk/>
          <pc:sldMk cId="3087377156" sldId="263"/>
        </pc:sldMkLst>
        <pc:spChg chg="mod">
          <ac:chgData name="Lorenzo Ferretti" userId="7d4a3fb3-4859-4b01-8002-dc877b98d7c8" providerId="ADAL" clId="{320A5D15-0EB4-2149-84CF-FCCF4D411237}" dt="2022-12-12T09:21:11.098" v="3" actId="20577"/>
          <ac:spMkLst>
            <pc:docMk/>
            <pc:sldMk cId="3087377156" sldId="263"/>
            <ac:spMk id="3" creationId="{2423FF04-5BD9-F795-AD88-E24648B2630E}"/>
          </ac:spMkLst>
        </pc:spChg>
        <pc:spChg chg="mod">
          <ac:chgData name="Lorenzo Ferretti" userId="7d4a3fb3-4859-4b01-8002-dc877b98d7c8" providerId="ADAL" clId="{320A5D15-0EB4-2149-84CF-FCCF4D411237}" dt="2022-12-12T09:21:00.203" v="2" actId="20577"/>
          <ac:spMkLst>
            <pc:docMk/>
            <pc:sldMk cId="3087377156" sldId="263"/>
            <ac:spMk id="4" creationId="{C7D2A540-72AF-9E4D-C9F4-0CF3E696FB47}"/>
          </ac:spMkLst>
        </pc:spChg>
        <pc:picChg chg="del">
          <ac:chgData name="Lorenzo Ferretti" userId="7d4a3fb3-4859-4b01-8002-dc877b98d7c8" providerId="ADAL" clId="{320A5D15-0EB4-2149-84CF-FCCF4D411237}" dt="2022-12-12T09:21:12.231" v="4" actId="478"/>
          <ac:picMkLst>
            <pc:docMk/>
            <pc:sldMk cId="3087377156" sldId="263"/>
            <ac:picMk id="6" creationId="{4DB75831-66D7-19E2-C474-9AEEB802AF3E}"/>
          </ac:picMkLst>
        </pc:picChg>
      </pc:sldChg>
      <pc:sldChg chg="modSp mod">
        <pc:chgData name="Lorenzo Ferretti" userId="7d4a3fb3-4859-4b01-8002-dc877b98d7c8" providerId="ADAL" clId="{320A5D15-0EB4-2149-84CF-FCCF4D411237}" dt="2022-12-12T20:01:29.209" v="1316" actId="1076"/>
        <pc:sldMkLst>
          <pc:docMk/>
          <pc:sldMk cId="1618797682" sldId="267"/>
        </pc:sldMkLst>
        <pc:picChg chg="mod">
          <ac:chgData name="Lorenzo Ferretti" userId="7d4a3fb3-4859-4b01-8002-dc877b98d7c8" providerId="ADAL" clId="{320A5D15-0EB4-2149-84CF-FCCF4D411237}" dt="2022-12-12T20:01:29.209" v="1316" actId="1076"/>
          <ac:picMkLst>
            <pc:docMk/>
            <pc:sldMk cId="1618797682" sldId="267"/>
            <ac:picMk id="6" creationId="{FA5EC0DA-1DBC-6614-CE01-0211E7886EE0}"/>
          </ac:picMkLst>
        </pc:picChg>
      </pc:sldChg>
      <pc:sldChg chg="addSp delSp modSp mod modAnim">
        <pc:chgData name="Lorenzo Ferretti" userId="7d4a3fb3-4859-4b01-8002-dc877b98d7c8" providerId="ADAL" clId="{320A5D15-0EB4-2149-84CF-FCCF4D411237}" dt="2022-12-12T21:09:26.927" v="2784" actId="20577"/>
        <pc:sldMkLst>
          <pc:docMk/>
          <pc:sldMk cId="2026674314" sldId="272"/>
        </pc:sldMkLst>
        <pc:spChg chg="mod">
          <ac:chgData name="Lorenzo Ferretti" userId="7d4a3fb3-4859-4b01-8002-dc877b98d7c8" providerId="ADAL" clId="{320A5D15-0EB4-2149-84CF-FCCF4D411237}" dt="2022-12-12T21:09:26.927" v="2784" actId="20577"/>
          <ac:spMkLst>
            <pc:docMk/>
            <pc:sldMk cId="2026674314" sldId="272"/>
            <ac:spMk id="2" creationId="{A5FB6C28-0291-4001-4AA3-068ED18995A7}"/>
          </ac:spMkLst>
        </pc:spChg>
        <pc:spChg chg="mod">
          <ac:chgData name="Lorenzo Ferretti" userId="7d4a3fb3-4859-4b01-8002-dc877b98d7c8" providerId="ADAL" clId="{320A5D15-0EB4-2149-84CF-FCCF4D411237}" dt="2022-12-12T20:41:10.111" v="1939" actId="113"/>
          <ac:spMkLst>
            <pc:docMk/>
            <pc:sldMk cId="2026674314" sldId="272"/>
            <ac:spMk id="3" creationId="{72F90C8A-BE20-3B2B-E8A5-7313BF9B3882}"/>
          </ac:spMkLst>
        </pc:spChg>
        <pc:spChg chg="del mod">
          <ac:chgData name="Lorenzo Ferretti" userId="7d4a3fb3-4859-4b01-8002-dc877b98d7c8" providerId="ADAL" clId="{320A5D15-0EB4-2149-84CF-FCCF4D411237}" dt="2022-12-12T20:40:03.851" v="1926" actId="478"/>
          <ac:spMkLst>
            <pc:docMk/>
            <pc:sldMk cId="2026674314" sldId="272"/>
            <ac:spMk id="5" creationId="{6E3F13EC-4B03-9A86-D3ED-1952DD936567}"/>
          </ac:spMkLst>
        </pc:spChg>
        <pc:spChg chg="add mod">
          <ac:chgData name="Lorenzo Ferretti" userId="7d4a3fb3-4859-4b01-8002-dc877b98d7c8" providerId="ADAL" clId="{320A5D15-0EB4-2149-84CF-FCCF4D411237}" dt="2022-12-12T20:59:59.337" v="2667" actId="1076"/>
          <ac:spMkLst>
            <pc:docMk/>
            <pc:sldMk cId="2026674314" sldId="272"/>
            <ac:spMk id="6" creationId="{A8341A78-B20E-9F74-CC9E-DD0F634CC7DB}"/>
          </ac:spMkLst>
        </pc:spChg>
        <pc:spChg chg="add del mod">
          <ac:chgData name="Lorenzo Ferretti" userId="7d4a3fb3-4859-4b01-8002-dc877b98d7c8" providerId="ADAL" clId="{320A5D15-0EB4-2149-84CF-FCCF4D411237}" dt="2022-12-12T20:57:42.986" v="2463"/>
          <ac:spMkLst>
            <pc:docMk/>
            <pc:sldMk cId="2026674314" sldId="272"/>
            <ac:spMk id="7" creationId="{6C44C534-0075-AF7E-4093-58442B99EE62}"/>
          </ac:spMkLst>
        </pc:spChg>
        <pc:spChg chg="add mod">
          <ac:chgData name="Lorenzo Ferretti" userId="7d4a3fb3-4859-4b01-8002-dc877b98d7c8" providerId="ADAL" clId="{320A5D15-0EB4-2149-84CF-FCCF4D411237}" dt="2022-12-12T21:03:13.080" v="2724" actId="207"/>
          <ac:spMkLst>
            <pc:docMk/>
            <pc:sldMk cId="2026674314" sldId="272"/>
            <ac:spMk id="8" creationId="{C661B4EF-ACD9-CEFB-F055-3F80F46C028A}"/>
          </ac:spMkLst>
        </pc:spChg>
        <pc:picChg chg="add mod">
          <ac:chgData name="Lorenzo Ferretti" userId="7d4a3fb3-4859-4b01-8002-dc877b98d7c8" providerId="ADAL" clId="{320A5D15-0EB4-2149-84CF-FCCF4D411237}" dt="2022-12-12T21:02:00.420" v="2693" actId="1076"/>
          <ac:picMkLst>
            <pc:docMk/>
            <pc:sldMk cId="2026674314" sldId="272"/>
            <ac:picMk id="10" creationId="{A1421EC2-9B09-F69C-BCC3-A490BDB2E038}"/>
          </ac:picMkLst>
        </pc:picChg>
        <pc:cxnChg chg="add del">
          <ac:chgData name="Lorenzo Ferretti" userId="7d4a3fb3-4859-4b01-8002-dc877b98d7c8" providerId="ADAL" clId="{320A5D15-0EB4-2149-84CF-FCCF4D411237}" dt="2022-12-12T21:02:23.986" v="2695" actId="11529"/>
          <ac:cxnSpMkLst>
            <pc:docMk/>
            <pc:sldMk cId="2026674314" sldId="272"/>
            <ac:cxnSpMk id="12" creationId="{8BF7AF86-C47F-A537-0E86-ACAB120C1621}"/>
          </ac:cxnSpMkLst>
        </pc:cxnChg>
        <pc:cxnChg chg="add del">
          <ac:chgData name="Lorenzo Ferretti" userId="7d4a3fb3-4859-4b01-8002-dc877b98d7c8" providerId="ADAL" clId="{320A5D15-0EB4-2149-84CF-FCCF4D411237}" dt="2022-12-12T21:03:36.827" v="2726" actId="478"/>
          <ac:cxnSpMkLst>
            <pc:docMk/>
            <pc:sldMk cId="2026674314" sldId="272"/>
            <ac:cxnSpMk id="14" creationId="{E6FB0F0F-D8DF-AE19-4245-0AA7FA420235}"/>
          </ac:cxnSpMkLst>
        </pc:cxnChg>
        <pc:cxnChg chg="add del mod">
          <ac:chgData name="Lorenzo Ferretti" userId="7d4a3fb3-4859-4b01-8002-dc877b98d7c8" providerId="ADAL" clId="{320A5D15-0EB4-2149-84CF-FCCF4D411237}" dt="2022-12-12T21:07:28.359" v="2736" actId="478"/>
          <ac:cxnSpMkLst>
            <pc:docMk/>
            <pc:sldMk cId="2026674314" sldId="272"/>
            <ac:cxnSpMk id="16" creationId="{0DEF5DD6-FD81-1350-6784-C2E936090CA3}"/>
          </ac:cxnSpMkLst>
        </pc:cxnChg>
        <pc:cxnChg chg="add">
          <ac:chgData name="Lorenzo Ferretti" userId="7d4a3fb3-4859-4b01-8002-dc877b98d7c8" providerId="ADAL" clId="{320A5D15-0EB4-2149-84CF-FCCF4D411237}" dt="2022-12-12T21:04:12.556" v="2728" actId="11529"/>
          <ac:cxnSpMkLst>
            <pc:docMk/>
            <pc:sldMk cId="2026674314" sldId="272"/>
            <ac:cxnSpMk id="18" creationId="{EBE9928F-FF52-8F51-3FD2-5BEAC9F741F1}"/>
          </ac:cxnSpMkLst>
        </pc:cxnChg>
        <pc:cxnChg chg="add">
          <ac:chgData name="Lorenzo Ferretti" userId="7d4a3fb3-4859-4b01-8002-dc877b98d7c8" providerId="ADAL" clId="{320A5D15-0EB4-2149-84CF-FCCF4D411237}" dt="2022-12-12T21:04:25.715" v="2729" actId="11529"/>
          <ac:cxnSpMkLst>
            <pc:docMk/>
            <pc:sldMk cId="2026674314" sldId="272"/>
            <ac:cxnSpMk id="20" creationId="{5F8DA0F8-E726-432C-641B-5FC626D4C1E1}"/>
          </ac:cxnSpMkLst>
        </pc:cxnChg>
        <pc:cxnChg chg="add mod">
          <ac:chgData name="Lorenzo Ferretti" userId="7d4a3fb3-4859-4b01-8002-dc877b98d7c8" providerId="ADAL" clId="{320A5D15-0EB4-2149-84CF-FCCF4D411237}" dt="2022-12-12T21:07:41.958" v="2741" actId="208"/>
          <ac:cxnSpMkLst>
            <pc:docMk/>
            <pc:sldMk cId="2026674314" sldId="272"/>
            <ac:cxnSpMk id="21" creationId="{68990D8A-D1FB-C243-B6C1-A4B597C25719}"/>
          </ac:cxnSpMkLst>
        </pc:cxnChg>
        <pc:cxnChg chg="add del mod">
          <ac:chgData name="Lorenzo Ferretti" userId="7d4a3fb3-4859-4b01-8002-dc877b98d7c8" providerId="ADAL" clId="{320A5D15-0EB4-2149-84CF-FCCF4D411237}" dt="2022-12-12T21:08:04.664" v="2743" actId="478"/>
          <ac:cxnSpMkLst>
            <pc:docMk/>
            <pc:sldMk cId="2026674314" sldId="272"/>
            <ac:cxnSpMk id="24" creationId="{33B4D10C-113B-20B5-5D13-2E02E02B16FE}"/>
          </ac:cxnSpMkLst>
        </pc:cxnChg>
      </pc:sldChg>
      <pc:sldChg chg="del">
        <pc:chgData name="Lorenzo Ferretti" userId="7d4a3fb3-4859-4b01-8002-dc877b98d7c8" providerId="ADAL" clId="{320A5D15-0EB4-2149-84CF-FCCF4D411237}" dt="2022-12-12T10:42:51.176" v="1215" actId="2696"/>
        <pc:sldMkLst>
          <pc:docMk/>
          <pc:sldMk cId="3138963825" sldId="274"/>
        </pc:sldMkLst>
      </pc:sldChg>
      <pc:sldChg chg="del">
        <pc:chgData name="Lorenzo Ferretti" userId="7d4a3fb3-4859-4b01-8002-dc877b98d7c8" providerId="ADAL" clId="{320A5D15-0EB4-2149-84CF-FCCF4D411237}" dt="2022-12-12T10:42:52.024" v="1216" actId="2696"/>
        <pc:sldMkLst>
          <pc:docMk/>
          <pc:sldMk cId="3283575464" sldId="275"/>
        </pc:sldMkLst>
      </pc:sldChg>
      <pc:sldChg chg="addSp delSp modSp new add del mod">
        <pc:chgData name="Lorenzo Ferretti" userId="7d4a3fb3-4859-4b01-8002-dc877b98d7c8" providerId="ADAL" clId="{320A5D15-0EB4-2149-84CF-FCCF4D411237}" dt="2022-12-12T09:28:11.309" v="111" actId="2696"/>
        <pc:sldMkLst>
          <pc:docMk/>
          <pc:sldMk cId="3865771387" sldId="276"/>
        </pc:sldMkLst>
        <pc:spChg chg="mod">
          <ac:chgData name="Lorenzo Ferretti" userId="7d4a3fb3-4859-4b01-8002-dc877b98d7c8" providerId="ADAL" clId="{320A5D15-0EB4-2149-84CF-FCCF4D411237}" dt="2022-12-12T09:21:21.729" v="17" actId="20577"/>
          <ac:spMkLst>
            <pc:docMk/>
            <pc:sldMk cId="3865771387" sldId="276"/>
            <ac:spMk id="2" creationId="{6DB5CE05-14F2-7F72-CEA4-E26F115CF9B2}"/>
          </ac:spMkLst>
        </pc:spChg>
        <pc:spChg chg="del mod">
          <ac:chgData name="Lorenzo Ferretti" userId="7d4a3fb3-4859-4b01-8002-dc877b98d7c8" providerId="ADAL" clId="{320A5D15-0EB4-2149-84CF-FCCF4D411237}" dt="2022-12-12T09:21:43.803" v="19" actId="931"/>
          <ac:spMkLst>
            <pc:docMk/>
            <pc:sldMk cId="3865771387" sldId="276"/>
            <ac:spMk id="3" creationId="{A8AF4455-23A4-F7D6-EEEA-9D2EA6C695D5}"/>
          </ac:spMkLst>
        </pc:spChg>
        <pc:picChg chg="add mod">
          <ac:chgData name="Lorenzo Ferretti" userId="7d4a3fb3-4859-4b01-8002-dc877b98d7c8" providerId="ADAL" clId="{320A5D15-0EB4-2149-84CF-FCCF4D411237}" dt="2022-12-12T09:21:45.651" v="20" actId="1076"/>
          <ac:picMkLst>
            <pc:docMk/>
            <pc:sldMk cId="3865771387" sldId="276"/>
            <ac:picMk id="5" creationId="{F7DF6FA1-4EDE-C1CA-EBE6-48870A812C08}"/>
          </ac:picMkLst>
        </pc:picChg>
      </pc:sldChg>
      <pc:sldChg chg="addSp delSp modSp new mod">
        <pc:chgData name="Lorenzo Ferretti" userId="7d4a3fb3-4859-4b01-8002-dc877b98d7c8" providerId="ADAL" clId="{320A5D15-0EB4-2149-84CF-FCCF4D411237}" dt="2022-12-12T09:25:33.221" v="97" actId="14100"/>
        <pc:sldMkLst>
          <pc:docMk/>
          <pc:sldMk cId="3382101562" sldId="277"/>
        </pc:sldMkLst>
        <pc:spChg chg="mod">
          <ac:chgData name="Lorenzo Ferretti" userId="7d4a3fb3-4859-4b01-8002-dc877b98d7c8" providerId="ADAL" clId="{320A5D15-0EB4-2149-84CF-FCCF4D411237}" dt="2022-12-12T09:25:33.221" v="97" actId="14100"/>
          <ac:spMkLst>
            <pc:docMk/>
            <pc:sldMk cId="3382101562" sldId="277"/>
            <ac:spMk id="2" creationId="{E61B9E19-7199-82A0-1454-01934AF1B984}"/>
          </ac:spMkLst>
        </pc:spChg>
        <pc:spChg chg="del mod">
          <ac:chgData name="Lorenzo Ferretti" userId="7d4a3fb3-4859-4b01-8002-dc877b98d7c8" providerId="ADAL" clId="{320A5D15-0EB4-2149-84CF-FCCF4D411237}" dt="2022-12-12T09:22:32.821" v="54" actId="931"/>
          <ac:spMkLst>
            <pc:docMk/>
            <pc:sldMk cId="3382101562" sldId="277"/>
            <ac:spMk id="3" creationId="{FFE52B4F-0EF9-C8C1-B03D-94AF186F1326}"/>
          </ac:spMkLst>
        </pc:spChg>
        <pc:picChg chg="add mod">
          <ac:chgData name="Lorenzo Ferretti" userId="7d4a3fb3-4859-4b01-8002-dc877b98d7c8" providerId="ADAL" clId="{320A5D15-0EB4-2149-84CF-FCCF4D411237}" dt="2022-12-12T09:22:35.312" v="55" actId="1076"/>
          <ac:picMkLst>
            <pc:docMk/>
            <pc:sldMk cId="3382101562" sldId="277"/>
            <ac:picMk id="5" creationId="{B6022671-3BB7-AFFB-CABB-6D5924D78D3A}"/>
          </ac:picMkLst>
        </pc:picChg>
      </pc:sldChg>
      <pc:sldChg chg="addSp delSp modSp new mod">
        <pc:chgData name="Lorenzo Ferretti" userId="7d4a3fb3-4859-4b01-8002-dc877b98d7c8" providerId="ADAL" clId="{320A5D15-0EB4-2149-84CF-FCCF4D411237}" dt="2022-12-12T09:25:07.937" v="90" actId="14100"/>
        <pc:sldMkLst>
          <pc:docMk/>
          <pc:sldMk cId="879105328" sldId="278"/>
        </pc:sldMkLst>
        <pc:spChg chg="mod">
          <ac:chgData name="Lorenzo Ferretti" userId="7d4a3fb3-4859-4b01-8002-dc877b98d7c8" providerId="ADAL" clId="{320A5D15-0EB4-2149-84CF-FCCF4D411237}" dt="2022-12-12T09:25:07.937" v="90" actId="14100"/>
          <ac:spMkLst>
            <pc:docMk/>
            <pc:sldMk cId="879105328" sldId="278"/>
            <ac:spMk id="2" creationId="{F5C709D4-4C7F-6233-139C-69D58E18B97B}"/>
          </ac:spMkLst>
        </pc:spChg>
        <pc:spChg chg="del">
          <ac:chgData name="Lorenzo Ferretti" userId="7d4a3fb3-4859-4b01-8002-dc877b98d7c8" providerId="ADAL" clId="{320A5D15-0EB4-2149-84CF-FCCF4D411237}" dt="2022-12-12T09:23:07.236" v="62" actId="931"/>
          <ac:spMkLst>
            <pc:docMk/>
            <pc:sldMk cId="879105328" sldId="278"/>
            <ac:spMk id="3" creationId="{2C89F470-6699-749C-57A8-A9B9D003948E}"/>
          </ac:spMkLst>
        </pc:spChg>
        <pc:picChg chg="add mod">
          <ac:chgData name="Lorenzo Ferretti" userId="7d4a3fb3-4859-4b01-8002-dc877b98d7c8" providerId="ADAL" clId="{320A5D15-0EB4-2149-84CF-FCCF4D411237}" dt="2022-12-12T09:24:45.046" v="83" actId="1076"/>
          <ac:picMkLst>
            <pc:docMk/>
            <pc:sldMk cId="879105328" sldId="278"/>
            <ac:picMk id="5" creationId="{5DF23D98-4E84-F0DA-062E-A0A91305AC19}"/>
          </ac:picMkLst>
        </pc:picChg>
      </pc:sldChg>
      <pc:sldChg chg="addSp delSp modSp new del mod">
        <pc:chgData name="Lorenzo Ferretti" userId="7d4a3fb3-4859-4b01-8002-dc877b98d7c8" providerId="ADAL" clId="{320A5D15-0EB4-2149-84CF-FCCF4D411237}" dt="2022-12-12T09:28:25.004" v="112" actId="2696"/>
        <pc:sldMkLst>
          <pc:docMk/>
          <pc:sldMk cId="3406999439" sldId="279"/>
        </pc:sldMkLst>
        <pc:spChg chg="mod">
          <ac:chgData name="Lorenzo Ferretti" userId="7d4a3fb3-4859-4b01-8002-dc877b98d7c8" providerId="ADAL" clId="{320A5D15-0EB4-2149-84CF-FCCF4D411237}" dt="2022-12-12T09:25:00.205" v="88" actId="14100"/>
          <ac:spMkLst>
            <pc:docMk/>
            <pc:sldMk cId="3406999439" sldId="279"/>
            <ac:spMk id="2" creationId="{CC4B916D-CD33-81AC-E87D-27499AE813DF}"/>
          </ac:spMkLst>
        </pc:spChg>
        <pc:spChg chg="del">
          <ac:chgData name="Lorenzo Ferretti" userId="7d4a3fb3-4859-4b01-8002-dc877b98d7c8" providerId="ADAL" clId="{320A5D15-0EB4-2149-84CF-FCCF4D411237}" dt="2022-12-12T09:23:24.377" v="64" actId="931"/>
          <ac:spMkLst>
            <pc:docMk/>
            <pc:sldMk cId="3406999439" sldId="279"/>
            <ac:spMk id="3" creationId="{E1480ECA-15D7-0585-FBE3-26EEE80D2C0D}"/>
          </ac:spMkLst>
        </pc:spChg>
        <pc:picChg chg="add mod">
          <ac:chgData name="Lorenzo Ferretti" userId="7d4a3fb3-4859-4b01-8002-dc877b98d7c8" providerId="ADAL" clId="{320A5D15-0EB4-2149-84CF-FCCF4D411237}" dt="2022-12-12T09:23:25.573" v="65" actId="1076"/>
          <ac:picMkLst>
            <pc:docMk/>
            <pc:sldMk cId="3406999439" sldId="279"/>
            <ac:picMk id="5" creationId="{C1333658-3405-C7F6-AAD2-0B1444060CA8}"/>
          </ac:picMkLst>
        </pc:picChg>
      </pc:sldChg>
      <pc:sldChg chg="addSp delSp modSp new mod">
        <pc:chgData name="Lorenzo Ferretti" userId="7d4a3fb3-4859-4b01-8002-dc877b98d7c8" providerId="ADAL" clId="{320A5D15-0EB4-2149-84CF-FCCF4D411237}" dt="2022-12-12T19:59:27.579" v="1314"/>
        <pc:sldMkLst>
          <pc:docMk/>
          <pc:sldMk cId="1005665457" sldId="280"/>
        </pc:sldMkLst>
        <pc:spChg chg="mod">
          <ac:chgData name="Lorenzo Ferretti" userId="7d4a3fb3-4859-4b01-8002-dc877b98d7c8" providerId="ADAL" clId="{320A5D15-0EB4-2149-84CF-FCCF4D411237}" dt="2022-12-12T09:25:18.655" v="93" actId="242"/>
          <ac:spMkLst>
            <pc:docMk/>
            <pc:sldMk cId="1005665457" sldId="280"/>
            <ac:spMk id="2" creationId="{B2C3B4F5-3BA3-F1EA-FCB1-859E47ABF7F3}"/>
          </ac:spMkLst>
        </pc:spChg>
        <pc:spChg chg="del">
          <ac:chgData name="Lorenzo Ferretti" userId="7d4a3fb3-4859-4b01-8002-dc877b98d7c8" providerId="ADAL" clId="{320A5D15-0EB4-2149-84CF-FCCF4D411237}" dt="2022-12-12T09:23:48.410" v="69" actId="931"/>
          <ac:spMkLst>
            <pc:docMk/>
            <pc:sldMk cId="1005665457" sldId="280"/>
            <ac:spMk id="3" creationId="{7F2A2D11-F472-B0EB-0A8B-E9D69272F92C}"/>
          </ac:spMkLst>
        </pc:spChg>
        <pc:spChg chg="add del mod">
          <ac:chgData name="Lorenzo Ferretti" userId="7d4a3fb3-4859-4b01-8002-dc877b98d7c8" providerId="ADAL" clId="{320A5D15-0EB4-2149-84CF-FCCF4D411237}" dt="2022-12-12T19:59:26.725" v="1312"/>
          <ac:spMkLst>
            <pc:docMk/>
            <pc:sldMk cId="1005665457" sldId="280"/>
            <ac:spMk id="3" creationId="{C7A41B0A-D295-0BBE-428A-3E195A139EF6}"/>
          </ac:spMkLst>
        </pc:spChg>
        <pc:spChg chg="add del mod">
          <ac:chgData name="Lorenzo Ferretti" userId="7d4a3fb3-4859-4b01-8002-dc877b98d7c8" providerId="ADAL" clId="{320A5D15-0EB4-2149-84CF-FCCF4D411237}" dt="2022-12-12T19:59:27.579" v="1314"/>
          <ac:spMkLst>
            <pc:docMk/>
            <pc:sldMk cId="1005665457" sldId="280"/>
            <ac:spMk id="4" creationId="{2A129AD3-22EB-AAAD-EF5C-88FB089A43C7}"/>
          </ac:spMkLst>
        </pc:spChg>
        <pc:picChg chg="add mod">
          <ac:chgData name="Lorenzo Ferretti" userId="7d4a3fb3-4859-4b01-8002-dc877b98d7c8" providerId="ADAL" clId="{320A5D15-0EB4-2149-84CF-FCCF4D411237}" dt="2022-12-12T09:23:49.536" v="70" actId="1076"/>
          <ac:picMkLst>
            <pc:docMk/>
            <pc:sldMk cId="1005665457" sldId="280"/>
            <ac:picMk id="5" creationId="{ED8E7521-1370-1769-A0F7-01A65F7834DE}"/>
          </ac:picMkLst>
        </pc:picChg>
      </pc:sldChg>
      <pc:sldChg chg="new">
        <pc:chgData name="Lorenzo Ferretti" userId="7d4a3fb3-4859-4b01-8002-dc877b98d7c8" providerId="ADAL" clId="{320A5D15-0EB4-2149-84CF-FCCF4D411237}" dt="2022-12-12T09:22:43.722" v="59" actId="680"/>
        <pc:sldMkLst>
          <pc:docMk/>
          <pc:sldMk cId="3421835597" sldId="281"/>
        </pc:sldMkLst>
      </pc:sldChg>
      <pc:sldChg chg="addSp delSp modSp add mod">
        <pc:chgData name="Lorenzo Ferretti" userId="7d4a3fb3-4859-4b01-8002-dc877b98d7c8" providerId="ADAL" clId="{320A5D15-0EB4-2149-84CF-FCCF4D411237}" dt="2022-12-12T09:26:36.755" v="106" actId="14100"/>
        <pc:sldMkLst>
          <pc:docMk/>
          <pc:sldMk cId="1839004558" sldId="282"/>
        </pc:sldMkLst>
        <pc:spChg chg="add del mod">
          <ac:chgData name="Lorenzo Ferretti" userId="7d4a3fb3-4859-4b01-8002-dc877b98d7c8" providerId="ADAL" clId="{320A5D15-0EB4-2149-84CF-FCCF4D411237}" dt="2022-12-12T09:26:06.176" v="100" actId="931"/>
          <ac:spMkLst>
            <pc:docMk/>
            <pc:sldMk cId="1839004558" sldId="282"/>
            <ac:spMk id="4" creationId="{3DB1759B-24FB-4AD6-A05A-90DBB7C0C966}"/>
          </ac:spMkLst>
        </pc:spChg>
        <pc:spChg chg="add del mod">
          <ac:chgData name="Lorenzo Ferretti" userId="7d4a3fb3-4859-4b01-8002-dc877b98d7c8" providerId="ADAL" clId="{320A5D15-0EB4-2149-84CF-FCCF4D411237}" dt="2022-12-12T09:26:22.046" v="103" actId="931"/>
          <ac:spMkLst>
            <pc:docMk/>
            <pc:sldMk cId="1839004558" sldId="282"/>
            <ac:spMk id="9" creationId="{6D585C86-2E7B-4EBE-7C27-DDC41B0A9F72}"/>
          </ac:spMkLst>
        </pc:spChg>
        <pc:picChg chg="del">
          <ac:chgData name="Lorenzo Ferretti" userId="7d4a3fb3-4859-4b01-8002-dc877b98d7c8" providerId="ADAL" clId="{320A5D15-0EB4-2149-84CF-FCCF4D411237}" dt="2022-12-12T09:25:46.717" v="99" actId="478"/>
          <ac:picMkLst>
            <pc:docMk/>
            <pc:sldMk cId="1839004558" sldId="282"/>
            <ac:picMk id="5" creationId="{ED8E7521-1370-1769-A0F7-01A65F7834DE}"/>
          </ac:picMkLst>
        </pc:picChg>
        <pc:picChg chg="add del mod">
          <ac:chgData name="Lorenzo Ferretti" userId="7d4a3fb3-4859-4b01-8002-dc877b98d7c8" providerId="ADAL" clId="{320A5D15-0EB4-2149-84CF-FCCF4D411237}" dt="2022-12-12T09:26:08.049" v="102" actId="478"/>
          <ac:picMkLst>
            <pc:docMk/>
            <pc:sldMk cId="1839004558" sldId="282"/>
            <ac:picMk id="7" creationId="{B7B7DDF2-CC01-C590-C9AD-308478335695}"/>
          </ac:picMkLst>
        </pc:picChg>
        <pc:picChg chg="add mod">
          <ac:chgData name="Lorenzo Ferretti" userId="7d4a3fb3-4859-4b01-8002-dc877b98d7c8" providerId="ADAL" clId="{320A5D15-0EB4-2149-84CF-FCCF4D411237}" dt="2022-12-12T09:26:36.755" v="106" actId="14100"/>
          <ac:picMkLst>
            <pc:docMk/>
            <pc:sldMk cId="1839004558" sldId="282"/>
            <ac:picMk id="11" creationId="{46613753-B325-AEAB-CD0A-BEE2C15258CB}"/>
          </ac:picMkLst>
        </pc:picChg>
      </pc:sldChg>
      <pc:sldChg chg="add ord">
        <pc:chgData name="Lorenzo Ferretti" userId="7d4a3fb3-4859-4b01-8002-dc877b98d7c8" providerId="ADAL" clId="{320A5D15-0EB4-2149-84CF-FCCF4D411237}" dt="2022-12-12T09:27:42.582" v="109" actId="20578"/>
        <pc:sldMkLst>
          <pc:docMk/>
          <pc:sldMk cId="1894546980" sldId="283"/>
        </pc:sldMkLst>
      </pc:sldChg>
      <pc:sldChg chg="addSp delSp modSp new mod delAnim modAnim">
        <pc:chgData name="Lorenzo Ferretti" userId="7d4a3fb3-4859-4b01-8002-dc877b98d7c8" providerId="ADAL" clId="{320A5D15-0EB4-2149-84CF-FCCF4D411237}" dt="2022-12-12T11:02:06.885" v="1301"/>
        <pc:sldMkLst>
          <pc:docMk/>
          <pc:sldMk cId="3148855028" sldId="284"/>
        </pc:sldMkLst>
        <pc:spChg chg="mod">
          <ac:chgData name="Lorenzo Ferretti" userId="7d4a3fb3-4859-4b01-8002-dc877b98d7c8" providerId="ADAL" clId="{320A5D15-0EB4-2149-84CF-FCCF4D411237}" dt="2022-12-12T09:55:39.841" v="175" actId="20577"/>
          <ac:spMkLst>
            <pc:docMk/>
            <pc:sldMk cId="3148855028" sldId="284"/>
            <ac:spMk id="2" creationId="{2E7E6D7F-8071-FB6E-AA47-7F95C4321858}"/>
          </ac:spMkLst>
        </pc:spChg>
        <pc:spChg chg="mod">
          <ac:chgData name="Lorenzo Ferretti" userId="7d4a3fb3-4859-4b01-8002-dc877b98d7c8" providerId="ADAL" clId="{320A5D15-0EB4-2149-84CF-FCCF4D411237}" dt="2022-12-12T10:15:28.337" v="434" actId="20577"/>
          <ac:spMkLst>
            <pc:docMk/>
            <pc:sldMk cId="3148855028" sldId="284"/>
            <ac:spMk id="3" creationId="{12C39CFE-3173-FC2E-3F78-AA1E4682CB16}"/>
          </ac:spMkLst>
        </pc:spChg>
        <pc:spChg chg="add del mod">
          <ac:chgData name="Lorenzo Ferretti" userId="7d4a3fb3-4859-4b01-8002-dc877b98d7c8" providerId="ADAL" clId="{320A5D15-0EB4-2149-84CF-FCCF4D411237}" dt="2022-12-12T10:04:47.119" v="323" actId="478"/>
          <ac:spMkLst>
            <pc:docMk/>
            <pc:sldMk cId="3148855028" sldId="284"/>
            <ac:spMk id="11" creationId="{5E5A1DF9-4B71-D60A-7126-F63ED8A4F86C}"/>
          </ac:spMkLst>
        </pc:spChg>
        <pc:spChg chg="add mod">
          <ac:chgData name="Lorenzo Ferretti" userId="7d4a3fb3-4859-4b01-8002-dc877b98d7c8" providerId="ADAL" clId="{320A5D15-0EB4-2149-84CF-FCCF4D411237}" dt="2022-12-12T10:10:38.150" v="369" actId="14100"/>
          <ac:spMkLst>
            <pc:docMk/>
            <pc:sldMk cId="3148855028" sldId="284"/>
            <ac:spMk id="30" creationId="{E889C936-8BD7-D5F5-21A3-6D9A0C53DD20}"/>
          </ac:spMkLst>
        </pc:spChg>
        <pc:spChg chg="add mod">
          <ac:chgData name="Lorenzo Ferretti" userId="7d4a3fb3-4859-4b01-8002-dc877b98d7c8" providerId="ADAL" clId="{320A5D15-0EB4-2149-84CF-FCCF4D411237}" dt="2022-12-12T10:22:26.112" v="627" actId="14100"/>
          <ac:spMkLst>
            <pc:docMk/>
            <pc:sldMk cId="3148855028" sldId="284"/>
            <ac:spMk id="35" creationId="{870153EC-910A-6F36-B4BE-C6ED857D30B1}"/>
          </ac:spMkLst>
        </pc:spChg>
        <pc:spChg chg="add mod">
          <ac:chgData name="Lorenzo Ferretti" userId="7d4a3fb3-4859-4b01-8002-dc877b98d7c8" providerId="ADAL" clId="{320A5D15-0EB4-2149-84CF-FCCF4D411237}" dt="2022-12-12T10:16:51.418" v="473" actId="1076"/>
          <ac:spMkLst>
            <pc:docMk/>
            <pc:sldMk cId="3148855028" sldId="284"/>
            <ac:spMk id="42" creationId="{DAE04508-F9ED-883D-C2E3-7C8213DAFF9D}"/>
          </ac:spMkLst>
        </pc:spChg>
        <pc:spChg chg="add del mod">
          <ac:chgData name="Lorenzo Ferretti" userId="7d4a3fb3-4859-4b01-8002-dc877b98d7c8" providerId="ADAL" clId="{320A5D15-0EB4-2149-84CF-FCCF4D411237}" dt="2022-12-12T10:16:48.123" v="471"/>
          <ac:spMkLst>
            <pc:docMk/>
            <pc:sldMk cId="3148855028" sldId="284"/>
            <ac:spMk id="43" creationId="{69D78F84-2B06-684F-A397-9951ADC47603}"/>
          </ac:spMkLst>
        </pc:spChg>
        <pc:spChg chg="add mod">
          <ac:chgData name="Lorenzo Ferretti" userId="7d4a3fb3-4859-4b01-8002-dc877b98d7c8" providerId="ADAL" clId="{320A5D15-0EB4-2149-84CF-FCCF4D411237}" dt="2022-12-12T10:17:03.365" v="485" actId="20577"/>
          <ac:spMkLst>
            <pc:docMk/>
            <pc:sldMk cId="3148855028" sldId="284"/>
            <ac:spMk id="44" creationId="{C0C794BA-0357-E46C-D7F3-64AC34996C4A}"/>
          </ac:spMkLst>
        </pc:spChg>
        <pc:spChg chg="add del mod">
          <ac:chgData name="Lorenzo Ferretti" userId="7d4a3fb3-4859-4b01-8002-dc877b98d7c8" providerId="ADAL" clId="{320A5D15-0EB4-2149-84CF-FCCF4D411237}" dt="2022-12-12T10:18:55.683" v="524" actId="767"/>
          <ac:spMkLst>
            <pc:docMk/>
            <pc:sldMk cId="3148855028" sldId="284"/>
            <ac:spMk id="45" creationId="{F5029C2B-9280-7FBC-6616-70A79DC01234}"/>
          </ac:spMkLst>
        </pc:spChg>
        <pc:spChg chg="add mod">
          <ac:chgData name="Lorenzo Ferretti" userId="7d4a3fb3-4859-4b01-8002-dc877b98d7c8" providerId="ADAL" clId="{320A5D15-0EB4-2149-84CF-FCCF4D411237}" dt="2022-12-12T10:19:56.896" v="564"/>
          <ac:spMkLst>
            <pc:docMk/>
            <pc:sldMk cId="3148855028" sldId="284"/>
            <ac:spMk id="46" creationId="{44089324-6B71-9ABE-B989-77CFECDED1CB}"/>
          </ac:spMkLst>
        </pc:spChg>
        <pc:spChg chg="add mod">
          <ac:chgData name="Lorenzo Ferretti" userId="7d4a3fb3-4859-4b01-8002-dc877b98d7c8" providerId="ADAL" clId="{320A5D15-0EB4-2149-84CF-FCCF4D411237}" dt="2022-12-12T10:23:27.935" v="629"/>
          <ac:spMkLst>
            <pc:docMk/>
            <pc:sldMk cId="3148855028" sldId="284"/>
            <ac:spMk id="48" creationId="{3B5C5D28-A167-53A1-B21F-6946E5655A7F}"/>
          </ac:spMkLst>
        </pc:spChg>
        <pc:spChg chg="add mod">
          <ac:chgData name="Lorenzo Ferretti" userId="7d4a3fb3-4859-4b01-8002-dc877b98d7c8" providerId="ADAL" clId="{320A5D15-0EB4-2149-84CF-FCCF4D411237}" dt="2022-12-12T10:24:45.029" v="723" actId="1076"/>
          <ac:spMkLst>
            <pc:docMk/>
            <pc:sldMk cId="3148855028" sldId="284"/>
            <ac:spMk id="49" creationId="{597F0925-8405-D229-C903-369F89E46B13}"/>
          </ac:spMkLst>
        </pc:spChg>
        <pc:spChg chg="add del mod">
          <ac:chgData name="Lorenzo Ferretti" userId="7d4a3fb3-4859-4b01-8002-dc877b98d7c8" providerId="ADAL" clId="{320A5D15-0EB4-2149-84CF-FCCF4D411237}" dt="2022-12-12T10:25:39.581" v="726"/>
          <ac:spMkLst>
            <pc:docMk/>
            <pc:sldMk cId="3148855028" sldId="284"/>
            <ac:spMk id="50" creationId="{84493F08-26D1-6D00-20EE-FC5808B26F86}"/>
          </ac:spMkLst>
        </pc:spChg>
        <pc:picChg chg="add mod">
          <ac:chgData name="Lorenzo Ferretti" userId="7d4a3fb3-4859-4b01-8002-dc877b98d7c8" providerId="ADAL" clId="{320A5D15-0EB4-2149-84CF-FCCF4D411237}" dt="2022-12-12T10:03:14.550" v="316" actId="1076"/>
          <ac:picMkLst>
            <pc:docMk/>
            <pc:sldMk cId="3148855028" sldId="284"/>
            <ac:picMk id="5" creationId="{22775550-4C7D-0788-EF38-E129687F2787}"/>
          </ac:picMkLst>
        </pc:picChg>
        <pc:cxnChg chg="add mod">
          <ac:chgData name="Lorenzo Ferretti" userId="7d4a3fb3-4859-4b01-8002-dc877b98d7c8" providerId="ADAL" clId="{320A5D15-0EB4-2149-84CF-FCCF4D411237}" dt="2022-12-12T10:04:55.650" v="326" actId="14100"/>
          <ac:cxnSpMkLst>
            <pc:docMk/>
            <pc:sldMk cId="3148855028" sldId="284"/>
            <ac:cxnSpMk id="7" creationId="{5AB96A6D-4347-51A4-831E-2B84F677EB7E}"/>
          </ac:cxnSpMkLst>
        </pc:cxnChg>
        <pc:cxnChg chg="add mod">
          <ac:chgData name="Lorenzo Ferretti" userId="7d4a3fb3-4859-4b01-8002-dc877b98d7c8" providerId="ADAL" clId="{320A5D15-0EB4-2149-84CF-FCCF4D411237}" dt="2022-12-12T10:05:12.867" v="330" actId="14100"/>
          <ac:cxnSpMkLst>
            <pc:docMk/>
            <pc:sldMk cId="3148855028" sldId="284"/>
            <ac:cxnSpMk id="12" creationId="{885C48E7-D06F-89BA-B885-B04AE37A0C68}"/>
          </ac:cxnSpMkLst>
        </pc:cxnChg>
        <pc:cxnChg chg="add mod">
          <ac:chgData name="Lorenzo Ferretti" userId="7d4a3fb3-4859-4b01-8002-dc877b98d7c8" providerId="ADAL" clId="{320A5D15-0EB4-2149-84CF-FCCF4D411237}" dt="2022-12-12T10:05:36.667" v="337" actId="14100"/>
          <ac:cxnSpMkLst>
            <pc:docMk/>
            <pc:sldMk cId="3148855028" sldId="284"/>
            <ac:cxnSpMk id="16" creationId="{F6E4B4ED-7E02-E381-755B-17ACD4A3DF03}"/>
          </ac:cxnSpMkLst>
        </pc:cxnChg>
        <pc:cxnChg chg="add mod">
          <ac:chgData name="Lorenzo Ferretti" userId="7d4a3fb3-4859-4b01-8002-dc877b98d7c8" providerId="ADAL" clId="{320A5D15-0EB4-2149-84CF-FCCF4D411237}" dt="2022-12-12T10:13:50.545" v="383" actId="1076"/>
          <ac:cxnSpMkLst>
            <pc:docMk/>
            <pc:sldMk cId="3148855028" sldId="284"/>
            <ac:cxnSpMk id="18" creationId="{A4158584-B4D1-A959-A4FA-8EB1AE776E55}"/>
          </ac:cxnSpMkLst>
        </pc:cxnChg>
        <pc:cxnChg chg="add del mod">
          <ac:chgData name="Lorenzo Ferretti" userId="7d4a3fb3-4859-4b01-8002-dc877b98d7c8" providerId="ADAL" clId="{320A5D15-0EB4-2149-84CF-FCCF4D411237}" dt="2022-12-12T10:06:39.236" v="345" actId="478"/>
          <ac:cxnSpMkLst>
            <pc:docMk/>
            <pc:sldMk cId="3148855028" sldId="284"/>
            <ac:cxnSpMk id="23" creationId="{CB2C4248-0FC7-30F8-9B2F-2221BFFA2BC6}"/>
          </ac:cxnSpMkLst>
        </pc:cxnChg>
        <pc:cxnChg chg="add del mod">
          <ac:chgData name="Lorenzo Ferretti" userId="7d4a3fb3-4859-4b01-8002-dc877b98d7c8" providerId="ADAL" clId="{320A5D15-0EB4-2149-84CF-FCCF4D411237}" dt="2022-12-12T10:21:14.830" v="620" actId="478"/>
          <ac:cxnSpMkLst>
            <pc:docMk/>
            <pc:sldMk cId="3148855028" sldId="284"/>
            <ac:cxnSpMk id="27" creationId="{7322058D-647D-C99D-8CD7-28601009CAA9}"/>
          </ac:cxnSpMkLst>
        </pc:cxnChg>
        <pc:cxnChg chg="add del">
          <ac:chgData name="Lorenzo Ferretti" userId="7d4a3fb3-4859-4b01-8002-dc877b98d7c8" providerId="ADAL" clId="{320A5D15-0EB4-2149-84CF-FCCF4D411237}" dt="2022-12-12T10:11:31.845" v="371" actId="478"/>
          <ac:cxnSpMkLst>
            <pc:docMk/>
            <pc:sldMk cId="3148855028" sldId="284"/>
            <ac:cxnSpMk id="33" creationId="{BA46BD61-D935-70AE-E91F-792205C40761}"/>
          </ac:cxnSpMkLst>
        </pc:cxnChg>
        <pc:cxnChg chg="add mod">
          <ac:chgData name="Lorenzo Ferretti" userId="7d4a3fb3-4859-4b01-8002-dc877b98d7c8" providerId="ADAL" clId="{320A5D15-0EB4-2149-84CF-FCCF4D411237}" dt="2022-12-12T10:24:40.778" v="722" actId="1076"/>
          <ac:cxnSpMkLst>
            <pc:docMk/>
            <pc:sldMk cId="3148855028" sldId="284"/>
            <ac:cxnSpMk id="34" creationId="{CE4D0C53-FF89-ACFA-7EA9-3EB7FE19A5F0}"/>
          </ac:cxnSpMkLst>
        </pc:cxnChg>
        <pc:cxnChg chg="add mod">
          <ac:chgData name="Lorenzo Ferretti" userId="7d4a3fb3-4859-4b01-8002-dc877b98d7c8" providerId="ADAL" clId="{320A5D15-0EB4-2149-84CF-FCCF4D411237}" dt="2022-12-12T10:19:41.344" v="562" actId="1076"/>
          <ac:cxnSpMkLst>
            <pc:docMk/>
            <pc:sldMk cId="3148855028" sldId="284"/>
            <ac:cxnSpMk id="47" creationId="{0C345EF9-9564-E02F-455A-F06B2936C800}"/>
          </ac:cxnSpMkLst>
        </pc:cxnChg>
      </pc:sldChg>
      <pc:sldChg chg="addSp delSp modSp new mod modAnim">
        <pc:chgData name="Lorenzo Ferretti" userId="7d4a3fb3-4859-4b01-8002-dc877b98d7c8" providerId="ADAL" clId="{320A5D15-0EB4-2149-84CF-FCCF4D411237}" dt="2022-12-12T11:10:08.516" v="1308"/>
        <pc:sldMkLst>
          <pc:docMk/>
          <pc:sldMk cId="1244703057" sldId="285"/>
        </pc:sldMkLst>
        <pc:spChg chg="mod">
          <ac:chgData name="Lorenzo Ferretti" userId="7d4a3fb3-4859-4b01-8002-dc877b98d7c8" providerId="ADAL" clId="{320A5D15-0EB4-2149-84CF-FCCF4D411237}" dt="2022-12-12T09:55:45.415" v="180" actId="20577"/>
          <ac:spMkLst>
            <pc:docMk/>
            <pc:sldMk cId="1244703057" sldId="285"/>
            <ac:spMk id="2" creationId="{F7AB12E8-EEFA-9C86-559A-044A9350DCC5}"/>
          </ac:spMkLst>
        </pc:spChg>
        <pc:spChg chg="mod">
          <ac:chgData name="Lorenzo Ferretti" userId="7d4a3fb3-4859-4b01-8002-dc877b98d7c8" providerId="ADAL" clId="{320A5D15-0EB4-2149-84CF-FCCF4D411237}" dt="2022-12-12T10:31:27.626" v="934" actId="20577"/>
          <ac:spMkLst>
            <pc:docMk/>
            <pc:sldMk cId="1244703057" sldId="285"/>
            <ac:spMk id="3" creationId="{566B1F11-BCE8-D150-B961-CCDF13BA9AB4}"/>
          </ac:spMkLst>
        </pc:spChg>
        <pc:spChg chg="add mod">
          <ac:chgData name="Lorenzo Ferretti" userId="7d4a3fb3-4859-4b01-8002-dc877b98d7c8" providerId="ADAL" clId="{320A5D15-0EB4-2149-84CF-FCCF4D411237}" dt="2022-12-12T10:42:23.789" v="1214" actId="1076"/>
          <ac:spMkLst>
            <pc:docMk/>
            <pc:sldMk cId="1244703057" sldId="285"/>
            <ac:spMk id="10" creationId="{6655F91A-2FF8-8197-DB6B-C5B95C8ACA63}"/>
          </ac:spMkLst>
        </pc:spChg>
        <pc:spChg chg="add mod">
          <ac:chgData name="Lorenzo Ferretti" userId="7d4a3fb3-4859-4b01-8002-dc877b98d7c8" providerId="ADAL" clId="{320A5D15-0EB4-2149-84CF-FCCF4D411237}" dt="2022-12-12T10:48:10.173" v="1246" actId="1076"/>
          <ac:spMkLst>
            <pc:docMk/>
            <pc:sldMk cId="1244703057" sldId="285"/>
            <ac:spMk id="11" creationId="{AA7A33C5-A377-AEC0-A991-FBB15F77CF25}"/>
          </ac:spMkLst>
        </pc:spChg>
        <pc:grpChg chg="mod">
          <ac:chgData name="Lorenzo Ferretti" userId="7d4a3fb3-4859-4b01-8002-dc877b98d7c8" providerId="ADAL" clId="{320A5D15-0EB4-2149-84CF-FCCF4D411237}" dt="2022-12-12T10:49:21.396" v="1253"/>
          <ac:grpSpMkLst>
            <pc:docMk/>
            <pc:sldMk cId="1244703057" sldId="285"/>
            <ac:grpSpMk id="29" creationId="{C7FC3E36-D87F-563B-B5F1-9C4FA29B3B9E}"/>
          </ac:grpSpMkLst>
        </pc:grpChg>
        <pc:picChg chg="add mod">
          <ac:chgData name="Lorenzo Ferretti" userId="7d4a3fb3-4859-4b01-8002-dc877b98d7c8" providerId="ADAL" clId="{320A5D15-0EB4-2149-84CF-FCCF4D411237}" dt="2022-12-12T10:39:02.121" v="1068" actId="1076"/>
          <ac:picMkLst>
            <pc:docMk/>
            <pc:sldMk cId="1244703057" sldId="285"/>
            <ac:picMk id="5" creationId="{21EA0FF8-1542-04BF-52C3-D99585A5C1FF}"/>
          </ac:picMkLst>
        </pc:picChg>
        <pc:picChg chg="add mod">
          <ac:chgData name="Lorenzo Ferretti" userId="7d4a3fb3-4859-4b01-8002-dc877b98d7c8" providerId="ADAL" clId="{320A5D15-0EB4-2149-84CF-FCCF4D411237}" dt="2022-12-12T10:33:04.181" v="946" actId="1076"/>
          <ac:picMkLst>
            <pc:docMk/>
            <pc:sldMk cId="1244703057" sldId="285"/>
            <ac:picMk id="7" creationId="{0F60C711-8CCD-FD26-F317-B635D18D05C3}"/>
          </ac:picMkLst>
        </pc:picChg>
        <pc:picChg chg="add mod">
          <ac:chgData name="Lorenzo Ferretti" userId="7d4a3fb3-4859-4b01-8002-dc877b98d7c8" providerId="ADAL" clId="{320A5D15-0EB4-2149-84CF-FCCF4D411237}" dt="2022-12-12T10:33:25.981" v="951" actId="1076"/>
          <ac:picMkLst>
            <pc:docMk/>
            <pc:sldMk cId="1244703057" sldId="285"/>
            <ac:picMk id="9" creationId="{74A6B831-7748-7B54-1E11-BD203D2A6C2F}"/>
          </ac:picMkLst>
        </pc:picChg>
        <pc:inkChg chg="add del mod">
          <ac:chgData name="Lorenzo Ferretti" userId="7d4a3fb3-4859-4b01-8002-dc877b98d7c8" providerId="ADAL" clId="{320A5D15-0EB4-2149-84CF-FCCF4D411237}" dt="2022-12-12T10:49:22.396" v="1254" actId="9405"/>
          <ac:inkMkLst>
            <pc:docMk/>
            <pc:sldMk cId="1244703057" sldId="285"/>
            <ac:inkMk id="27" creationId="{B77C8527-0C85-3BC1-5993-B1E4A55556E8}"/>
          </ac:inkMkLst>
        </pc:inkChg>
        <pc:inkChg chg="add del mod">
          <ac:chgData name="Lorenzo Ferretti" userId="7d4a3fb3-4859-4b01-8002-dc877b98d7c8" providerId="ADAL" clId="{320A5D15-0EB4-2149-84CF-FCCF4D411237}" dt="2022-12-12T10:49:21.396" v="1253"/>
          <ac:inkMkLst>
            <pc:docMk/>
            <pc:sldMk cId="1244703057" sldId="285"/>
            <ac:inkMk id="28" creationId="{F1EE596A-F549-0310-2F01-F5E429572390}"/>
          </ac:inkMkLst>
        </pc:inkChg>
        <pc:inkChg chg="add">
          <ac:chgData name="Lorenzo Ferretti" userId="7d4a3fb3-4859-4b01-8002-dc877b98d7c8" providerId="ADAL" clId="{320A5D15-0EB4-2149-84CF-FCCF4D411237}" dt="2022-12-12T10:49:30.591" v="1255" actId="9405"/>
          <ac:inkMkLst>
            <pc:docMk/>
            <pc:sldMk cId="1244703057" sldId="285"/>
            <ac:inkMk id="30" creationId="{D5B6A8A1-7189-F16B-F427-FB2A0ACAAD19}"/>
          </ac:inkMkLst>
        </pc:inkChg>
        <pc:cxnChg chg="add mod">
          <ac:chgData name="Lorenzo Ferretti" userId="7d4a3fb3-4859-4b01-8002-dc877b98d7c8" providerId="ADAL" clId="{320A5D15-0EB4-2149-84CF-FCCF4D411237}" dt="2022-12-12T10:44:31.391" v="1225" actId="208"/>
          <ac:cxnSpMkLst>
            <pc:docMk/>
            <pc:sldMk cId="1244703057" sldId="285"/>
            <ac:cxnSpMk id="13" creationId="{758F59E8-F602-D84D-DD00-6FC9551090A3}"/>
          </ac:cxnSpMkLst>
        </pc:cxnChg>
        <pc:cxnChg chg="add mod">
          <ac:chgData name="Lorenzo Ferretti" userId="7d4a3fb3-4859-4b01-8002-dc877b98d7c8" providerId="ADAL" clId="{320A5D15-0EB4-2149-84CF-FCCF4D411237}" dt="2022-12-12T10:46:16.883" v="1241" actId="208"/>
          <ac:cxnSpMkLst>
            <pc:docMk/>
            <pc:sldMk cId="1244703057" sldId="285"/>
            <ac:cxnSpMk id="15" creationId="{875E9619-76F9-FDD7-DE8C-705CA209D8CF}"/>
          </ac:cxnSpMkLst>
        </pc:cxnChg>
        <pc:cxnChg chg="add mod">
          <ac:chgData name="Lorenzo Ferretti" userId="7d4a3fb3-4859-4b01-8002-dc877b98d7c8" providerId="ADAL" clId="{320A5D15-0EB4-2149-84CF-FCCF4D411237}" dt="2022-12-12T10:46:12.825" v="1240" actId="208"/>
          <ac:cxnSpMkLst>
            <pc:docMk/>
            <pc:sldMk cId="1244703057" sldId="285"/>
            <ac:cxnSpMk id="18" creationId="{C645F82D-1681-A38B-3D03-1043E8B35E8A}"/>
          </ac:cxnSpMkLst>
        </pc:cxnChg>
        <pc:cxnChg chg="add mod">
          <ac:chgData name="Lorenzo Ferretti" userId="7d4a3fb3-4859-4b01-8002-dc877b98d7c8" providerId="ADAL" clId="{320A5D15-0EB4-2149-84CF-FCCF4D411237}" dt="2022-12-12T10:50:06.192" v="1258" actId="208"/>
          <ac:cxnSpMkLst>
            <pc:docMk/>
            <pc:sldMk cId="1244703057" sldId="285"/>
            <ac:cxnSpMk id="25" creationId="{76B61A8E-5E7A-5F48-8539-AA811E971EBC}"/>
          </ac:cxnSpMkLst>
        </pc:cxnChg>
        <pc:cxnChg chg="add mod">
          <ac:chgData name="Lorenzo Ferretti" userId="7d4a3fb3-4859-4b01-8002-dc877b98d7c8" providerId="ADAL" clId="{320A5D15-0EB4-2149-84CF-FCCF4D411237}" dt="2022-12-12T10:49:16.024" v="1248" actId="208"/>
          <ac:cxnSpMkLst>
            <pc:docMk/>
            <pc:sldMk cId="1244703057" sldId="285"/>
            <ac:cxnSpMk id="26" creationId="{9008D97D-3953-C806-D154-C0694A1E0DB3}"/>
          </ac:cxnSpMkLst>
        </pc:cxnChg>
        <pc:cxnChg chg="add del mod">
          <ac:chgData name="Lorenzo Ferretti" userId="7d4a3fb3-4859-4b01-8002-dc877b98d7c8" providerId="ADAL" clId="{320A5D15-0EB4-2149-84CF-FCCF4D411237}" dt="2022-12-12T10:49:51.277" v="1257"/>
          <ac:cxnSpMkLst>
            <pc:docMk/>
            <pc:sldMk cId="1244703057" sldId="285"/>
            <ac:cxnSpMk id="31" creationId="{1C22C350-A83F-0CDA-3C6C-70BA21A43580}"/>
          </ac:cxnSpMkLst>
        </pc:cxnChg>
      </pc:sldChg>
      <pc:sldChg chg="new">
        <pc:chgData name="Lorenzo Ferretti" userId="7d4a3fb3-4859-4b01-8002-dc877b98d7c8" providerId="ADAL" clId="{320A5D15-0EB4-2149-84CF-FCCF4D411237}" dt="2022-12-12T09:29:00.731" v="115" actId="680"/>
        <pc:sldMkLst>
          <pc:docMk/>
          <pc:sldMk cId="6187270" sldId="286"/>
        </pc:sldMkLst>
      </pc:sldChg>
      <pc:sldChg chg="modSp add mod">
        <pc:chgData name="Lorenzo Ferretti" userId="7d4a3fb3-4859-4b01-8002-dc877b98d7c8" providerId="ADAL" clId="{320A5D15-0EB4-2149-84CF-FCCF4D411237}" dt="2022-12-12T20:12:24.261" v="1323" actId="20577"/>
        <pc:sldMkLst>
          <pc:docMk/>
          <pc:sldMk cId="1101061112" sldId="298"/>
        </pc:sldMkLst>
        <pc:spChg chg="mod">
          <ac:chgData name="Lorenzo Ferretti" userId="7d4a3fb3-4859-4b01-8002-dc877b98d7c8" providerId="ADAL" clId="{320A5D15-0EB4-2149-84CF-FCCF4D411237}" dt="2022-12-12T20:12:24.261" v="1323" actId="20577"/>
          <ac:spMkLst>
            <pc:docMk/>
            <pc:sldMk cId="1101061112" sldId="298"/>
            <ac:spMk id="3" creationId="{21631D70-B02E-3C1E-8B8C-B09FFCA72FFC}"/>
          </ac:spMkLst>
        </pc:spChg>
        <pc:spChg chg="mod">
          <ac:chgData name="Lorenzo Ferretti" userId="7d4a3fb3-4859-4b01-8002-dc877b98d7c8" providerId="ADAL" clId="{320A5D15-0EB4-2149-84CF-FCCF4D411237}" dt="2022-12-12T20:12:23.763" v="1322" actId="14100"/>
          <ac:spMkLst>
            <pc:docMk/>
            <pc:sldMk cId="1101061112" sldId="298"/>
            <ac:spMk id="7" creationId="{60F0E9E1-7BF8-BC72-8CC7-4738F12A2627}"/>
          </ac:spMkLst>
        </pc:spChg>
      </pc:sldChg>
      <pc:sldChg chg="addSp delSp modSp add mod modAnim">
        <pc:chgData name="Lorenzo Ferretti" userId="7d4a3fb3-4859-4b01-8002-dc877b98d7c8" providerId="ADAL" clId="{320A5D15-0EB4-2149-84CF-FCCF4D411237}" dt="2022-12-12T20:37:09.751" v="1676" actId="1076"/>
        <pc:sldMkLst>
          <pc:docMk/>
          <pc:sldMk cId="686952474" sldId="299"/>
        </pc:sldMkLst>
        <pc:spChg chg="mod">
          <ac:chgData name="Lorenzo Ferretti" userId="7d4a3fb3-4859-4b01-8002-dc877b98d7c8" providerId="ADAL" clId="{320A5D15-0EB4-2149-84CF-FCCF4D411237}" dt="2022-12-12T20:20:08.408" v="1536" actId="1076"/>
          <ac:spMkLst>
            <pc:docMk/>
            <pc:sldMk cId="686952474" sldId="299"/>
            <ac:spMk id="3" creationId="{72F90C8A-BE20-3B2B-E8A5-7313BF9B3882}"/>
          </ac:spMkLst>
        </pc:spChg>
        <pc:spChg chg="del mod">
          <ac:chgData name="Lorenzo Ferretti" userId="7d4a3fb3-4859-4b01-8002-dc877b98d7c8" providerId="ADAL" clId="{320A5D15-0EB4-2149-84CF-FCCF4D411237}" dt="2022-12-12T20:29:34.655" v="1565" actId="478"/>
          <ac:spMkLst>
            <pc:docMk/>
            <pc:sldMk cId="686952474" sldId="299"/>
            <ac:spMk id="5" creationId="{6E3F13EC-4B03-9A86-D3ED-1952DD936567}"/>
          </ac:spMkLst>
        </pc:spChg>
        <pc:spChg chg="add mod">
          <ac:chgData name="Lorenzo Ferretti" userId="7d4a3fb3-4859-4b01-8002-dc877b98d7c8" providerId="ADAL" clId="{320A5D15-0EB4-2149-84CF-FCCF4D411237}" dt="2022-12-12T20:34:58.305" v="1671" actId="207"/>
          <ac:spMkLst>
            <pc:docMk/>
            <pc:sldMk cId="686952474" sldId="299"/>
            <ac:spMk id="6" creationId="{681A4B5B-F492-FB58-D9D5-48CC95AF4863}"/>
          </ac:spMkLst>
        </pc:spChg>
        <pc:spChg chg="add mod">
          <ac:chgData name="Lorenzo Ferretti" userId="7d4a3fb3-4859-4b01-8002-dc877b98d7c8" providerId="ADAL" clId="{320A5D15-0EB4-2149-84CF-FCCF4D411237}" dt="2022-12-12T20:32:16.608" v="1592" actId="14100"/>
          <ac:spMkLst>
            <pc:docMk/>
            <pc:sldMk cId="686952474" sldId="299"/>
            <ac:spMk id="13" creationId="{82601C1A-C37E-F152-D6D0-4D150ECACF6A}"/>
          </ac:spMkLst>
        </pc:spChg>
        <pc:spChg chg="add mod">
          <ac:chgData name="Lorenzo Ferretti" userId="7d4a3fb3-4859-4b01-8002-dc877b98d7c8" providerId="ADAL" clId="{320A5D15-0EB4-2149-84CF-FCCF4D411237}" dt="2022-12-12T20:37:09.751" v="1676" actId="1076"/>
          <ac:spMkLst>
            <pc:docMk/>
            <pc:sldMk cId="686952474" sldId="299"/>
            <ac:spMk id="15" creationId="{668A2E20-BA0D-6C89-21BA-4AA1DB9D44C1}"/>
          </ac:spMkLst>
        </pc:spChg>
        <pc:spChg chg="add del mod">
          <ac:chgData name="Lorenzo Ferretti" userId="7d4a3fb3-4859-4b01-8002-dc877b98d7c8" providerId="ADAL" clId="{320A5D15-0EB4-2149-84CF-FCCF4D411237}" dt="2022-12-12T20:34:53.573" v="1670"/>
          <ac:spMkLst>
            <pc:docMk/>
            <pc:sldMk cId="686952474" sldId="299"/>
            <ac:spMk id="16" creationId="{2BD0214D-47FE-1611-8ECB-760D50ACF7DE}"/>
          </ac:spMkLst>
        </pc:spChg>
        <pc:picChg chg="add mod">
          <ac:chgData name="Lorenzo Ferretti" userId="7d4a3fb3-4859-4b01-8002-dc877b98d7c8" providerId="ADAL" clId="{320A5D15-0EB4-2149-84CF-FCCF4D411237}" dt="2022-12-12T20:31:26.857" v="1585" actId="1076"/>
          <ac:picMkLst>
            <pc:docMk/>
            <pc:sldMk cId="686952474" sldId="299"/>
            <ac:picMk id="8" creationId="{FD62C851-7A08-EDCA-B0B2-0C4562E97A84}"/>
          </ac:picMkLst>
        </pc:picChg>
        <pc:cxnChg chg="add mod">
          <ac:chgData name="Lorenzo Ferretti" userId="7d4a3fb3-4859-4b01-8002-dc877b98d7c8" providerId="ADAL" clId="{320A5D15-0EB4-2149-84CF-FCCF4D411237}" dt="2022-12-12T20:32:23.188" v="1593" actId="1076"/>
          <ac:cxnSpMkLst>
            <pc:docMk/>
            <pc:sldMk cId="686952474" sldId="299"/>
            <ac:cxnSpMk id="10" creationId="{79BC6243-73EE-F6A1-CE75-68C06461EC07}"/>
          </ac:cxnSpMkLst>
        </pc:cxnChg>
        <pc:cxnChg chg="add mod">
          <ac:chgData name="Lorenzo Ferretti" userId="7d4a3fb3-4859-4b01-8002-dc877b98d7c8" providerId="ADAL" clId="{320A5D15-0EB4-2149-84CF-FCCF4D411237}" dt="2022-12-12T20:32:57.325" v="1597" actId="208"/>
          <ac:cxnSpMkLst>
            <pc:docMk/>
            <pc:sldMk cId="686952474" sldId="299"/>
            <ac:cxnSpMk id="12" creationId="{33BC3494-A233-FE7F-E19F-5397167F8BEA}"/>
          </ac:cxnSpMkLst>
        </pc:cxnChg>
        <pc:cxnChg chg="add mod">
          <ac:chgData name="Lorenzo Ferretti" userId="7d4a3fb3-4859-4b01-8002-dc877b98d7c8" providerId="ADAL" clId="{320A5D15-0EB4-2149-84CF-FCCF4D411237}" dt="2022-12-12T20:32:32.372" v="1596" actId="1076"/>
          <ac:cxnSpMkLst>
            <pc:docMk/>
            <pc:sldMk cId="686952474" sldId="299"/>
            <ac:cxnSpMk id="14" creationId="{12AA73BF-B8F1-52DE-A197-25C07C47FA7B}"/>
          </ac:cxnSpMkLst>
        </pc:cxnChg>
      </pc:sldChg>
      <pc:sldChg chg="addSp delSp modSp add mod">
        <pc:chgData name="Lorenzo Ferretti" userId="7d4a3fb3-4859-4b01-8002-dc877b98d7c8" providerId="ADAL" clId="{320A5D15-0EB4-2149-84CF-FCCF4D411237}" dt="2022-12-12T23:27:39.258" v="3227" actId="20577"/>
        <pc:sldMkLst>
          <pc:docMk/>
          <pc:sldMk cId="635592728" sldId="300"/>
        </pc:sldMkLst>
        <pc:spChg chg="mod">
          <ac:chgData name="Lorenzo Ferretti" userId="7d4a3fb3-4859-4b01-8002-dc877b98d7c8" providerId="ADAL" clId="{320A5D15-0EB4-2149-84CF-FCCF4D411237}" dt="2022-12-12T21:24:37.178" v="3019" actId="20577"/>
          <ac:spMkLst>
            <pc:docMk/>
            <pc:sldMk cId="635592728" sldId="300"/>
            <ac:spMk id="3" creationId="{72F90C8A-BE20-3B2B-E8A5-7313BF9B3882}"/>
          </ac:spMkLst>
        </pc:spChg>
        <pc:spChg chg="del mod">
          <ac:chgData name="Lorenzo Ferretti" userId="7d4a3fb3-4859-4b01-8002-dc877b98d7c8" providerId="ADAL" clId="{320A5D15-0EB4-2149-84CF-FCCF4D411237}" dt="2022-12-12T21:09:34.401" v="2790" actId="478"/>
          <ac:spMkLst>
            <pc:docMk/>
            <pc:sldMk cId="635592728" sldId="300"/>
            <ac:spMk id="6" creationId="{A8341A78-B20E-9F74-CC9E-DD0F634CC7DB}"/>
          </ac:spMkLst>
        </pc:spChg>
        <pc:spChg chg="add mod">
          <ac:chgData name="Lorenzo Ferretti" userId="7d4a3fb3-4859-4b01-8002-dc877b98d7c8" providerId="ADAL" clId="{320A5D15-0EB4-2149-84CF-FCCF4D411237}" dt="2022-12-12T21:14:50.752" v="2885" actId="20577"/>
          <ac:spMkLst>
            <pc:docMk/>
            <pc:sldMk cId="635592728" sldId="300"/>
            <ac:spMk id="7" creationId="{2CC7B277-65D6-7C5D-B730-D5598A333046}"/>
          </ac:spMkLst>
        </pc:spChg>
        <pc:spChg chg="del mod">
          <ac:chgData name="Lorenzo Ferretti" userId="7d4a3fb3-4859-4b01-8002-dc877b98d7c8" providerId="ADAL" clId="{320A5D15-0EB4-2149-84CF-FCCF4D411237}" dt="2022-12-12T21:08:33.372" v="2749"/>
          <ac:spMkLst>
            <pc:docMk/>
            <pc:sldMk cId="635592728" sldId="300"/>
            <ac:spMk id="8" creationId="{C661B4EF-ACD9-CEFB-F055-3F80F46C028A}"/>
          </ac:spMkLst>
        </pc:spChg>
        <pc:spChg chg="mod">
          <ac:chgData name="Lorenzo Ferretti" userId="7d4a3fb3-4859-4b01-8002-dc877b98d7c8" providerId="ADAL" clId="{320A5D15-0EB4-2149-84CF-FCCF4D411237}" dt="2022-12-12T23:26:13.707" v="3209" actId="1076"/>
          <ac:spMkLst>
            <pc:docMk/>
            <pc:sldMk cId="635592728" sldId="300"/>
            <ac:spMk id="12" creationId="{3C8A2360-322D-7835-A517-9C8087B6E92B}"/>
          </ac:spMkLst>
        </pc:spChg>
        <pc:spChg chg="add del mod">
          <ac:chgData name="Lorenzo Ferretti" userId="7d4a3fb3-4859-4b01-8002-dc877b98d7c8" providerId="ADAL" clId="{320A5D15-0EB4-2149-84CF-FCCF4D411237}" dt="2022-12-12T21:26:27.959" v="3029" actId="478"/>
          <ac:spMkLst>
            <pc:docMk/>
            <pc:sldMk cId="635592728" sldId="300"/>
            <ac:spMk id="25" creationId="{F858B608-33F4-FD65-C07F-66A98877EB72}"/>
          </ac:spMkLst>
        </pc:spChg>
        <pc:spChg chg="add mod">
          <ac:chgData name="Lorenzo Ferretti" userId="7d4a3fb3-4859-4b01-8002-dc877b98d7c8" providerId="ADAL" clId="{320A5D15-0EB4-2149-84CF-FCCF4D411237}" dt="2022-12-12T23:27:39.258" v="3227" actId="20577"/>
          <ac:spMkLst>
            <pc:docMk/>
            <pc:sldMk cId="635592728" sldId="300"/>
            <ac:spMk id="38" creationId="{FF48E59B-AEBB-75EB-2D3F-06CD85A78BE5}"/>
          </ac:spMkLst>
        </pc:spChg>
        <pc:picChg chg="del">
          <ac:chgData name="Lorenzo Ferretti" userId="7d4a3fb3-4859-4b01-8002-dc877b98d7c8" providerId="ADAL" clId="{320A5D15-0EB4-2149-84CF-FCCF4D411237}" dt="2022-12-12T21:08:31.103" v="2746" actId="478"/>
          <ac:picMkLst>
            <pc:docMk/>
            <pc:sldMk cId="635592728" sldId="300"/>
            <ac:picMk id="10" creationId="{A1421EC2-9B09-F69C-BCC3-A490BDB2E038}"/>
          </ac:picMkLst>
        </pc:picChg>
        <pc:picChg chg="add del mod">
          <ac:chgData name="Lorenzo Ferretti" userId="7d4a3fb3-4859-4b01-8002-dc877b98d7c8" providerId="ADAL" clId="{320A5D15-0EB4-2149-84CF-FCCF4D411237}" dt="2022-12-12T21:15:41.524" v="2899" actId="478"/>
          <ac:picMkLst>
            <pc:docMk/>
            <pc:sldMk cId="635592728" sldId="300"/>
            <ac:picMk id="11" creationId="{47AD8330-C8B9-A2C6-1A6D-6188754EBD80}"/>
          </ac:picMkLst>
        </pc:picChg>
        <pc:picChg chg="add del mod">
          <ac:chgData name="Lorenzo Ferretti" userId="7d4a3fb3-4859-4b01-8002-dc877b98d7c8" providerId="ADAL" clId="{320A5D15-0EB4-2149-84CF-FCCF4D411237}" dt="2022-12-12T21:15:39.258" v="2898" actId="478"/>
          <ac:picMkLst>
            <pc:docMk/>
            <pc:sldMk cId="635592728" sldId="300"/>
            <ac:picMk id="13" creationId="{6B9AE2E4-D99E-3C9B-49FB-9EC62A19C9D8}"/>
          </ac:picMkLst>
        </pc:picChg>
        <pc:picChg chg="add del mod">
          <ac:chgData name="Lorenzo Ferretti" userId="7d4a3fb3-4859-4b01-8002-dc877b98d7c8" providerId="ADAL" clId="{320A5D15-0EB4-2149-84CF-FCCF4D411237}" dt="2022-12-12T21:21:08.887" v="2960" actId="478"/>
          <ac:picMkLst>
            <pc:docMk/>
            <pc:sldMk cId="635592728" sldId="300"/>
            <ac:picMk id="15" creationId="{8FC75764-60C0-4665-E585-A193FC835F94}"/>
          </ac:picMkLst>
        </pc:picChg>
        <pc:picChg chg="add del mod">
          <ac:chgData name="Lorenzo Ferretti" userId="7d4a3fb3-4859-4b01-8002-dc877b98d7c8" providerId="ADAL" clId="{320A5D15-0EB4-2149-84CF-FCCF4D411237}" dt="2022-12-12T21:21:09.795" v="2961" actId="478"/>
          <ac:picMkLst>
            <pc:docMk/>
            <pc:sldMk cId="635592728" sldId="300"/>
            <ac:picMk id="17" creationId="{3105F197-BAC6-637A-7840-3BBA7F32058D}"/>
          </ac:picMkLst>
        </pc:picChg>
        <pc:picChg chg="add del mod">
          <ac:chgData name="Lorenzo Ferretti" userId="7d4a3fb3-4859-4b01-8002-dc877b98d7c8" providerId="ADAL" clId="{320A5D15-0EB4-2149-84CF-FCCF4D411237}" dt="2022-12-12T21:19:35.350" v="2924" actId="478"/>
          <ac:picMkLst>
            <pc:docMk/>
            <pc:sldMk cId="635592728" sldId="300"/>
            <ac:picMk id="24" creationId="{8538EC01-D54C-7B96-3CB6-C2642E231121}"/>
          </ac:picMkLst>
        </pc:picChg>
        <pc:picChg chg="add del mod">
          <ac:chgData name="Lorenzo Ferretti" userId="7d4a3fb3-4859-4b01-8002-dc877b98d7c8" providerId="ADAL" clId="{320A5D15-0EB4-2149-84CF-FCCF4D411237}" dt="2022-12-12T21:23:26.400" v="3003" actId="478"/>
          <ac:picMkLst>
            <pc:docMk/>
            <pc:sldMk cId="635592728" sldId="300"/>
            <ac:picMk id="27" creationId="{65CA1F0C-5707-A19F-6A93-A879F7C1063B}"/>
          </ac:picMkLst>
        </pc:picChg>
        <pc:picChg chg="add del mod">
          <ac:chgData name="Lorenzo Ferretti" userId="7d4a3fb3-4859-4b01-8002-dc877b98d7c8" providerId="ADAL" clId="{320A5D15-0EB4-2149-84CF-FCCF4D411237}" dt="2022-12-12T21:22:12.495" v="2983" actId="478"/>
          <ac:picMkLst>
            <pc:docMk/>
            <pc:sldMk cId="635592728" sldId="300"/>
            <ac:picMk id="29" creationId="{2EE8A873-59DE-1C2B-2D3A-396DD4355EC8}"/>
          </ac:picMkLst>
        </pc:picChg>
        <pc:picChg chg="add del mod">
          <ac:chgData name="Lorenzo Ferretti" userId="7d4a3fb3-4859-4b01-8002-dc877b98d7c8" providerId="ADAL" clId="{320A5D15-0EB4-2149-84CF-FCCF4D411237}" dt="2022-12-12T21:23:25.545" v="3002" actId="478"/>
          <ac:picMkLst>
            <pc:docMk/>
            <pc:sldMk cId="635592728" sldId="300"/>
            <ac:picMk id="31" creationId="{0ABF6803-5F51-7948-2C4D-8C4994CF4483}"/>
          </ac:picMkLst>
        </pc:picChg>
        <pc:picChg chg="add mod">
          <ac:chgData name="Lorenzo Ferretti" userId="7d4a3fb3-4859-4b01-8002-dc877b98d7c8" providerId="ADAL" clId="{320A5D15-0EB4-2149-84CF-FCCF4D411237}" dt="2022-12-12T21:26:09.624" v="3025" actId="1076"/>
          <ac:picMkLst>
            <pc:docMk/>
            <pc:sldMk cId="635592728" sldId="300"/>
            <ac:picMk id="33" creationId="{3C5B2619-504E-6921-985C-E314D9CBDE5F}"/>
          </ac:picMkLst>
        </pc:picChg>
        <pc:picChg chg="add mod">
          <ac:chgData name="Lorenzo Ferretti" userId="7d4a3fb3-4859-4b01-8002-dc877b98d7c8" providerId="ADAL" clId="{320A5D15-0EB4-2149-84CF-FCCF4D411237}" dt="2022-12-12T21:24:55.961" v="3024" actId="14100"/>
          <ac:picMkLst>
            <pc:docMk/>
            <pc:sldMk cId="635592728" sldId="300"/>
            <ac:picMk id="35" creationId="{82CCA4D4-4515-2281-888C-FAEAC08B295A}"/>
          </ac:picMkLst>
        </pc:picChg>
        <pc:cxnChg chg="add del mod">
          <ac:chgData name="Lorenzo Ferretti" userId="7d4a3fb3-4859-4b01-8002-dc877b98d7c8" providerId="ADAL" clId="{320A5D15-0EB4-2149-84CF-FCCF4D411237}" dt="2022-12-12T21:14:33.956" v="2880" actId="478"/>
          <ac:cxnSpMkLst>
            <pc:docMk/>
            <pc:sldMk cId="635592728" sldId="300"/>
            <ac:cxnSpMk id="5" creationId="{6C68FA0A-908E-0276-A72C-7C9431262C6A}"/>
          </ac:cxnSpMkLst>
        </pc:cxnChg>
        <pc:cxnChg chg="del">
          <ac:chgData name="Lorenzo Ferretti" userId="7d4a3fb3-4859-4b01-8002-dc877b98d7c8" providerId="ADAL" clId="{320A5D15-0EB4-2149-84CF-FCCF4D411237}" dt="2022-12-12T21:08:34.052" v="2750" actId="478"/>
          <ac:cxnSpMkLst>
            <pc:docMk/>
            <pc:sldMk cId="635592728" sldId="300"/>
            <ac:cxnSpMk id="18" creationId="{EBE9928F-FF52-8F51-3FD2-5BEAC9F741F1}"/>
          </ac:cxnSpMkLst>
        </pc:cxnChg>
        <pc:cxnChg chg="del">
          <ac:chgData name="Lorenzo Ferretti" userId="7d4a3fb3-4859-4b01-8002-dc877b98d7c8" providerId="ADAL" clId="{320A5D15-0EB4-2149-84CF-FCCF4D411237}" dt="2022-12-12T21:08:35.041" v="2751" actId="478"/>
          <ac:cxnSpMkLst>
            <pc:docMk/>
            <pc:sldMk cId="635592728" sldId="300"/>
            <ac:cxnSpMk id="20" creationId="{5F8DA0F8-E726-432C-641B-5FC626D4C1E1}"/>
          </ac:cxnSpMkLst>
        </pc:cxnChg>
        <pc:cxnChg chg="del">
          <ac:chgData name="Lorenzo Ferretti" userId="7d4a3fb3-4859-4b01-8002-dc877b98d7c8" providerId="ADAL" clId="{320A5D15-0EB4-2149-84CF-FCCF4D411237}" dt="2022-12-12T21:08:32.785" v="2747" actId="478"/>
          <ac:cxnSpMkLst>
            <pc:docMk/>
            <pc:sldMk cId="635592728" sldId="300"/>
            <ac:cxnSpMk id="21" creationId="{68990D8A-D1FB-C243-B6C1-A4B597C25719}"/>
          </ac:cxnSpMkLst>
        </pc:cxnChg>
        <pc:cxnChg chg="add del mod">
          <ac:chgData name="Lorenzo Ferretti" userId="7d4a3fb3-4859-4b01-8002-dc877b98d7c8" providerId="ADAL" clId="{320A5D15-0EB4-2149-84CF-FCCF4D411237}" dt="2022-12-12T21:24:04.069" v="3010" actId="478"/>
          <ac:cxnSpMkLst>
            <pc:docMk/>
            <pc:sldMk cId="635592728" sldId="300"/>
            <ac:cxnSpMk id="22" creationId="{BAE7B373-F8D3-EAC4-20BF-BA9A2A730985}"/>
          </ac:cxnSpMkLst>
        </pc:cxnChg>
        <pc:cxnChg chg="add mod">
          <ac:chgData name="Lorenzo Ferretti" userId="7d4a3fb3-4859-4b01-8002-dc877b98d7c8" providerId="ADAL" clId="{320A5D15-0EB4-2149-84CF-FCCF4D411237}" dt="2022-12-12T21:26:53.345" v="3030" actId="1076"/>
          <ac:cxnSpMkLst>
            <pc:docMk/>
            <pc:sldMk cId="635592728" sldId="300"/>
            <ac:cxnSpMk id="37" creationId="{0DE3D8A9-5180-C4F6-15FA-C71F0087DAD1}"/>
          </ac:cxnSpMkLst>
        </pc:cxnChg>
      </pc:sldChg>
    </pc:docChg>
  </pc:docChgLst>
  <pc:docChgLst>
    <pc:chgData name="Simone Lo Gatto" userId="S::10736180@polimi.it::198d6410-1b3e-42f1-8ce6-640f3dfbb9b2" providerId="AD" clId="Web-{BE3825FF-26BE-8D73-4ABF-FFC10DFA1E0A}"/>
    <pc:docChg chg="addSld delSld modSld">
      <pc:chgData name="Simone Lo Gatto" userId="S::10736180@polimi.it::198d6410-1b3e-42f1-8ce6-640f3dfbb9b2" providerId="AD" clId="Web-{BE3825FF-26BE-8D73-4ABF-FFC10DFA1E0A}" dt="2022-12-12T17:41:36.048" v="357" actId="20577"/>
      <pc:docMkLst>
        <pc:docMk/>
      </pc:docMkLst>
      <pc:sldChg chg="modSp">
        <pc:chgData name="Simone Lo Gatto" userId="S::10736180@polimi.it::198d6410-1b3e-42f1-8ce6-640f3dfbb9b2" providerId="AD" clId="Web-{BE3825FF-26BE-8D73-4ABF-FFC10DFA1E0A}" dt="2022-12-12T16:01:38.575" v="55" actId="20577"/>
        <pc:sldMkLst>
          <pc:docMk/>
          <pc:sldMk cId="1269879673" sldId="259"/>
        </pc:sldMkLst>
        <pc:spChg chg="mod">
          <ac:chgData name="Simone Lo Gatto" userId="S::10736180@polimi.it::198d6410-1b3e-42f1-8ce6-640f3dfbb9b2" providerId="AD" clId="Web-{BE3825FF-26BE-8D73-4ABF-FFC10DFA1E0A}" dt="2022-12-12T16:01:38.575" v="55" actId="20577"/>
          <ac:spMkLst>
            <pc:docMk/>
            <pc:sldMk cId="1269879673" sldId="259"/>
            <ac:spMk id="2" creationId="{A072A490-019A-2EE8-2F26-D789C7921E80}"/>
          </ac:spMkLst>
        </pc:spChg>
      </pc:sldChg>
      <pc:sldChg chg="addSp delSp modSp del">
        <pc:chgData name="Simone Lo Gatto" userId="S::10736180@polimi.it::198d6410-1b3e-42f1-8ce6-640f3dfbb9b2" providerId="AD" clId="Web-{BE3825FF-26BE-8D73-4ABF-FFC10DFA1E0A}" dt="2022-12-12T16:06:05.069" v="66"/>
        <pc:sldMkLst>
          <pc:docMk/>
          <pc:sldMk cId="770520173" sldId="269"/>
        </pc:sldMkLst>
        <pc:spChg chg="del mod">
          <ac:chgData name="Simone Lo Gatto" userId="S::10736180@polimi.it::198d6410-1b3e-42f1-8ce6-640f3dfbb9b2" providerId="AD" clId="Web-{BE3825FF-26BE-8D73-4ABF-FFC10DFA1E0A}" dt="2022-12-12T15:56:41.954" v="3"/>
          <ac:spMkLst>
            <pc:docMk/>
            <pc:sldMk cId="770520173" sldId="269"/>
            <ac:spMk id="3" creationId="{101064D0-B8B8-4055-6947-2A6F2A6739A8}"/>
          </ac:spMkLst>
        </pc:spChg>
        <pc:spChg chg="add del mod">
          <ac:chgData name="Simone Lo Gatto" userId="S::10736180@polimi.it::198d6410-1b3e-42f1-8ce6-640f3dfbb9b2" providerId="AD" clId="Web-{BE3825FF-26BE-8D73-4ABF-FFC10DFA1E0A}" dt="2022-12-12T15:57:01.111" v="9"/>
          <ac:spMkLst>
            <pc:docMk/>
            <pc:sldMk cId="770520173" sldId="269"/>
            <ac:spMk id="5" creationId="{431A1B3E-9EBD-9774-BD33-B0692DD9B491}"/>
          </ac:spMkLst>
        </pc:spChg>
        <pc:spChg chg="add">
          <ac:chgData name="Simone Lo Gatto" userId="S::10736180@polimi.it::198d6410-1b3e-42f1-8ce6-640f3dfbb9b2" providerId="AD" clId="Web-{BE3825FF-26BE-8D73-4ABF-FFC10DFA1E0A}" dt="2022-12-12T15:57:31.831" v="17"/>
          <ac:spMkLst>
            <pc:docMk/>
            <pc:sldMk cId="770520173" sldId="269"/>
            <ac:spMk id="7" creationId="{D3A8A845-D462-6F20-2012-C39EF8135040}"/>
          </ac:spMkLst>
        </pc:spChg>
        <pc:spChg chg="add mod">
          <ac:chgData name="Simone Lo Gatto" userId="S::10736180@polimi.it::198d6410-1b3e-42f1-8ce6-640f3dfbb9b2" providerId="AD" clId="Web-{BE3825FF-26BE-8D73-4ABF-FFC10DFA1E0A}" dt="2022-12-12T15:57:56.973" v="21"/>
          <ac:spMkLst>
            <pc:docMk/>
            <pc:sldMk cId="770520173" sldId="269"/>
            <ac:spMk id="9" creationId="{BF3F2D39-635F-E0DC-15CA-B8115B68B6A0}"/>
          </ac:spMkLst>
        </pc:spChg>
        <pc:picChg chg="add del mod ord">
          <ac:chgData name="Simone Lo Gatto" userId="S::10736180@polimi.it::198d6410-1b3e-42f1-8ce6-640f3dfbb9b2" providerId="AD" clId="Web-{BE3825FF-26BE-8D73-4ABF-FFC10DFA1E0A}" dt="2022-12-12T15:56:51.564" v="8"/>
          <ac:picMkLst>
            <pc:docMk/>
            <pc:sldMk cId="770520173" sldId="269"/>
            <ac:picMk id="2" creationId="{399F50C7-ECF7-B007-8125-C9BA20FBA9B5}"/>
          </ac:picMkLst>
        </pc:picChg>
        <pc:picChg chg="add del mod ord">
          <ac:chgData name="Simone Lo Gatto" userId="S::10736180@polimi.it::198d6410-1b3e-42f1-8ce6-640f3dfbb9b2" providerId="AD" clId="Web-{BE3825FF-26BE-8D73-4ABF-FFC10DFA1E0A}" dt="2022-12-12T15:57:56.973" v="21"/>
          <ac:picMkLst>
            <pc:docMk/>
            <pc:sldMk cId="770520173" sldId="269"/>
            <ac:picMk id="6" creationId="{A37897A7-19B4-E06F-3B3E-37BE4D35423D}"/>
          </ac:picMkLst>
        </pc:picChg>
      </pc:sldChg>
      <pc:sldChg chg="delSp del">
        <pc:chgData name="Simone Lo Gatto" userId="S::10736180@polimi.it::198d6410-1b3e-42f1-8ce6-640f3dfbb9b2" providerId="AD" clId="Web-{BE3825FF-26BE-8D73-4ABF-FFC10DFA1E0A}" dt="2022-12-12T16:01:56.341" v="56"/>
        <pc:sldMkLst>
          <pc:docMk/>
          <pc:sldMk cId="697464104" sldId="270"/>
        </pc:sldMkLst>
        <pc:picChg chg="del">
          <ac:chgData name="Simone Lo Gatto" userId="S::10736180@polimi.it::198d6410-1b3e-42f1-8ce6-640f3dfbb9b2" providerId="AD" clId="Web-{BE3825FF-26BE-8D73-4ABF-FFC10DFA1E0A}" dt="2022-12-12T15:56:27.626" v="0"/>
          <ac:picMkLst>
            <pc:docMk/>
            <pc:sldMk cId="697464104" sldId="270"/>
            <ac:picMk id="5" creationId="{262CA0DC-C586-2C3F-5A2B-41CFB01DC5F2}"/>
          </ac:picMkLst>
        </pc:picChg>
      </pc:sldChg>
      <pc:sldChg chg="modSp">
        <pc:chgData name="Simone Lo Gatto" userId="S::10736180@polimi.it::198d6410-1b3e-42f1-8ce6-640f3dfbb9b2" providerId="AD" clId="Web-{BE3825FF-26BE-8D73-4ABF-FFC10DFA1E0A}" dt="2022-12-12T16:02:58.953" v="65" actId="20577"/>
        <pc:sldMkLst>
          <pc:docMk/>
          <pc:sldMk cId="803960638" sldId="291"/>
        </pc:sldMkLst>
        <pc:spChg chg="mod">
          <ac:chgData name="Simone Lo Gatto" userId="S::10736180@polimi.it::198d6410-1b3e-42f1-8ce6-640f3dfbb9b2" providerId="AD" clId="Web-{BE3825FF-26BE-8D73-4ABF-FFC10DFA1E0A}" dt="2022-12-12T16:02:58.953" v="65" actId="20577"/>
          <ac:spMkLst>
            <pc:docMk/>
            <pc:sldMk cId="803960638" sldId="291"/>
            <ac:spMk id="3" creationId="{33FEC46C-24B7-84FD-CF3E-294C2816ED4A}"/>
          </ac:spMkLst>
        </pc:spChg>
      </pc:sldChg>
      <pc:sldChg chg="addSp delSp modSp add replId">
        <pc:chgData name="Simone Lo Gatto" userId="S::10736180@polimi.it::198d6410-1b3e-42f1-8ce6-640f3dfbb9b2" providerId="AD" clId="Web-{BE3825FF-26BE-8D73-4ABF-FFC10DFA1E0A}" dt="2022-12-12T16:00:58.042" v="53" actId="14100"/>
        <pc:sldMkLst>
          <pc:docMk/>
          <pc:sldMk cId="3922528761" sldId="293"/>
        </pc:sldMkLst>
        <pc:spChg chg="mod">
          <ac:chgData name="Simone Lo Gatto" userId="S::10736180@polimi.it::198d6410-1b3e-42f1-8ce6-640f3dfbb9b2" providerId="AD" clId="Web-{BE3825FF-26BE-8D73-4ABF-FFC10DFA1E0A}" dt="2022-12-12T15:59:29.914" v="47" actId="20577"/>
          <ac:spMkLst>
            <pc:docMk/>
            <pc:sldMk cId="3922528761" sldId="293"/>
            <ac:spMk id="2" creationId="{A072A490-019A-2EE8-2F26-D789C7921E80}"/>
          </ac:spMkLst>
        </pc:spChg>
        <pc:spChg chg="del mod">
          <ac:chgData name="Simone Lo Gatto" userId="S::10736180@polimi.it::198d6410-1b3e-42f1-8ce6-640f3dfbb9b2" providerId="AD" clId="Web-{BE3825FF-26BE-8D73-4ABF-FFC10DFA1E0A}" dt="2022-12-12T15:58:00.285" v="22"/>
          <ac:spMkLst>
            <pc:docMk/>
            <pc:sldMk cId="3922528761" sldId="293"/>
            <ac:spMk id="3" creationId="{0CA3E8E9-5F02-89AC-7098-FB0C91FCE0C1}"/>
          </ac:spMkLst>
        </pc:spChg>
        <pc:picChg chg="add mod ord">
          <ac:chgData name="Simone Lo Gatto" userId="S::10736180@polimi.it::198d6410-1b3e-42f1-8ce6-640f3dfbb9b2" providerId="AD" clId="Web-{BE3825FF-26BE-8D73-4ABF-FFC10DFA1E0A}" dt="2022-12-12T16:00:58.042" v="53" actId="14100"/>
          <ac:picMkLst>
            <pc:docMk/>
            <pc:sldMk cId="3922528761" sldId="293"/>
            <ac:picMk id="5" creationId="{5992CF72-7F18-5759-C2B9-A9CDEDCA14EB}"/>
          </ac:picMkLst>
        </pc:picChg>
      </pc:sldChg>
      <pc:sldChg chg="addSp delSp modSp add replId">
        <pc:chgData name="Simone Lo Gatto" userId="S::10736180@polimi.it::198d6410-1b3e-42f1-8ce6-640f3dfbb9b2" providerId="AD" clId="Web-{BE3825FF-26BE-8D73-4ABF-FFC10DFA1E0A}" dt="2022-12-12T17:36:29.026" v="347" actId="20577"/>
        <pc:sldMkLst>
          <pc:docMk/>
          <pc:sldMk cId="2168631284" sldId="294"/>
        </pc:sldMkLst>
        <pc:spChg chg="mod">
          <ac:chgData name="Simone Lo Gatto" userId="S::10736180@polimi.it::198d6410-1b3e-42f1-8ce6-640f3dfbb9b2" providerId="AD" clId="Web-{BE3825FF-26BE-8D73-4ABF-FFC10DFA1E0A}" dt="2022-12-12T17:36:29.026" v="347" actId="20577"/>
          <ac:spMkLst>
            <pc:docMk/>
            <pc:sldMk cId="2168631284" sldId="294"/>
            <ac:spMk id="2" creationId="{A072A490-019A-2EE8-2F26-D789C7921E80}"/>
          </ac:spMkLst>
        </pc:spChg>
        <pc:spChg chg="add del mod">
          <ac:chgData name="Simone Lo Gatto" userId="S::10736180@polimi.it::198d6410-1b3e-42f1-8ce6-640f3dfbb9b2" providerId="AD" clId="Web-{BE3825FF-26BE-8D73-4ABF-FFC10DFA1E0A}" dt="2022-12-12T16:00:13.322" v="50"/>
          <ac:spMkLst>
            <pc:docMk/>
            <pc:sldMk cId="2168631284" sldId="294"/>
            <ac:spMk id="6" creationId="{D0DD1D62-84A7-62E8-A0D9-8CCC00E6F8E5}"/>
          </ac:spMkLst>
        </pc:spChg>
        <pc:picChg chg="del">
          <ac:chgData name="Simone Lo Gatto" userId="S::10736180@polimi.it::198d6410-1b3e-42f1-8ce6-640f3dfbb9b2" providerId="AD" clId="Web-{BE3825FF-26BE-8D73-4ABF-FFC10DFA1E0A}" dt="2022-12-12T15:59:36.180" v="49"/>
          <ac:picMkLst>
            <pc:docMk/>
            <pc:sldMk cId="2168631284" sldId="294"/>
            <ac:picMk id="5" creationId="{5992CF72-7F18-5759-C2B9-A9CDEDCA14EB}"/>
          </ac:picMkLst>
        </pc:picChg>
        <pc:picChg chg="add mod ord">
          <ac:chgData name="Simone Lo Gatto" userId="S::10736180@polimi.it::198d6410-1b3e-42f1-8ce6-640f3dfbb9b2" providerId="AD" clId="Web-{BE3825FF-26BE-8D73-4ABF-FFC10DFA1E0A}" dt="2022-12-12T16:00:38.057" v="52" actId="14100"/>
          <ac:picMkLst>
            <pc:docMk/>
            <pc:sldMk cId="2168631284" sldId="294"/>
            <ac:picMk id="7" creationId="{75E90BC0-3573-475A-B404-C3D4589905BD}"/>
          </ac:picMkLst>
        </pc:picChg>
      </pc:sldChg>
      <pc:sldChg chg="addSp delSp modSp add replId">
        <pc:chgData name="Simone Lo Gatto" userId="S::10736180@polimi.it::198d6410-1b3e-42f1-8ce6-640f3dfbb9b2" providerId="AD" clId="Web-{BE3825FF-26BE-8D73-4ABF-FFC10DFA1E0A}" dt="2022-12-12T17:41:36.048" v="357" actId="20577"/>
        <pc:sldMkLst>
          <pc:docMk/>
          <pc:sldMk cId="3302428406" sldId="295"/>
        </pc:sldMkLst>
        <pc:spChg chg="mod">
          <ac:chgData name="Simone Lo Gatto" userId="S::10736180@polimi.it::198d6410-1b3e-42f1-8ce6-640f3dfbb9b2" providerId="AD" clId="Web-{BE3825FF-26BE-8D73-4ABF-FFC10DFA1E0A}" dt="2022-12-12T16:36:06.542" v="75" actId="20577"/>
          <ac:spMkLst>
            <pc:docMk/>
            <pc:sldMk cId="3302428406" sldId="295"/>
            <ac:spMk id="2" creationId="{00000000-0000-0000-0000-000000000000}"/>
          </ac:spMkLst>
        </pc:spChg>
        <pc:spChg chg="add mod">
          <ac:chgData name="Simone Lo Gatto" userId="S::10736180@polimi.it::198d6410-1b3e-42f1-8ce6-640f3dfbb9b2" providerId="AD" clId="Web-{BE3825FF-26BE-8D73-4ABF-FFC10DFA1E0A}" dt="2022-12-12T17:41:36.048" v="357" actId="20577"/>
          <ac:spMkLst>
            <pc:docMk/>
            <pc:sldMk cId="3302428406" sldId="295"/>
            <ac:spMk id="3" creationId="{1C315501-6A4F-7577-9267-FD840117AD4D}"/>
          </ac:spMkLst>
        </pc:spChg>
        <pc:spChg chg="mod">
          <ac:chgData name="Simone Lo Gatto" userId="S::10736180@polimi.it::198d6410-1b3e-42f1-8ce6-640f3dfbb9b2" providerId="AD" clId="Web-{BE3825FF-26BE-8D73-4ABF-FFC10DFA1E0A}" dt="2022-12-12T16:35:11.618" v="69" actId="20577"/>
          <ac:spMkLst>
            <pc:docMk/>
            <pc:sldMk cId="3302428406" sldId="295"/>
            <ac:spMk id="5" creationId="{1DDBFF28-0433-1A4D-7690-084648622D6A}"/>
          </ac:spMkLst>
        </pc:spChg>
        <pc:picChg chg="add mod modCrop">
          <ac:chgData name="Simone Lo Gatto" userId="S::10736180@polimi.it::198d6410-1b3e-42f1-8ce6-640f3dfbb9b2" providerId="AD" clId="Web-{BE3825FF-26BE-8D73-4ABF-FFC10DFA1E0A}" dt="2022-12-12T17:33:23.584" v="320"/>
          <ac:picMkLst>
            <pc:docMk/>
            <pc:sldMk cId="3302428406" sldId="295"/>
            <ac:picMk id="6" creationId="{BBD12255-9F4D-9C76-F082-A9677242610F}"/>
          </ac:picMkLst>
        </pc:picChg>
        <pc:picChg chg="del">
          <ac:chgData name="Simone Lo Gatto" userId="S::10736180@polimi.it::198d6410-1b3e-42f1-8ce6-640f3dfbb9b2" providerId="AD" clId="Web-{BE3825FF-26BE-8D73-4ABF-FFC10DFA1E0A}" dt="2022-12-12T16:35:07.415" v="68"/>
          <ac:picMkLst>
            <pc:docMk/>
            <pc:sldMk cId="3302428406" sldId="295"/>
            <ac:picMk id="3074" creationId="{71C123B8-80AA-EF68-0ABB-1B4D7492C464}"/>
          </ac:picMkLst>
        </pc:picChg>
      </pc:sldChg>
    </pc:docChg>
  </pc:docChgLst>
  <pc:docChgLst>
    <pc:chgData name="Simone Lo Gatto" userId="S::10736180@polimi.it::198d6410-1b3e-42f1-8ce6-640f3dfbb9b2" providerId="AD" clId="Web-{F0FA5320-8457-7457-9334-275BE5EACF58}"/>
    <pc:docChg chg="modSld">
      <pc:chgData name="Simone Lo Gatto" userId="S::10736180@polimi.it::198d6410-1b3e-42f1-8ce6-640f3dfbb9b2" providerId="AD" clId="Web-{F0FA5320-8457-7457-9334-275BE5EACF58}" dt="2022-12-12T21:57:33.149" v="15" actId="1076"/>
      <pc:docMkLst>
        <pc:docMk/>
      </pc:docMkLst>
      <pc:sldChg chg="modSp">
        <pc:chgData name="Simone Lo Gatto" userId="S::10736180@polimi.it::198d6410-1b3e-42f1-8ce6-640f3dfbb9b2" providerId="AD" clId="Web-{F0FA5320-8457-7457-9334-275BE5EACF58}" dt="2022-12-12T21:57:33.149" v="15" actId="1076"/>
        <pc:sldMkLst>
          <pc:docMk/>
          <pc:sldMk cId="3302428406" sldId="295"/>
        </pc:sldMkLst>
        <pc:spChg chg="mod">
          <ac:chgData name="Simone Lo Gatto" userId="S::10736180@polimi.it::198d6410-1b3e-42f1-8ce6-640f3dfbb9b2" providerId="AD" clId="Web-{F0FA5320-8457-7457-9334-275BE5EACF58}" dt="2022-12-12T21:57:17.055" v="10" actId="20577"/>
          <ac:spMkLst>
            <pc:docMk/>
            <pc:sldMk cId="3302428406" sldId="295"/>
            <ac:spMk id="2" creationId="{00000000-0000-0000-0000-000000000000}"/>
          </ac:spMkLst>
        </pc:spChg>
        <pc:spChg chg="mod">
          <ac:chgData name="Simone Lo Gatto" userId="S::10736180@polimi.it::198d6410-1b3e-42f1-8ce6-640f3dfbb9b2" providerId="AD" clId="Web-{F0FA5320-8457-7457-9334-275BE5EACF58}" dt="2022-12-12T21:57:32.493" v="14" actId="20577"/>
          <ac:spMkLst>
            <pc:docMk/>
            <pc:sldMk cId="3302428406" sldId="295"/>
            <ac:spMk id="3" creationId="{1C315501-6A4F-7577-9267-FD840117AD4D}"/>
          </ac:spMkLst>
        </pc:spChg>
        <pc:picChg chg="mod">
          <ac:chgData name="Simone Lo Gatto" userId="S::10736180@polimi.it::198d6410-1b3e-42f1-8ce6-640f3dfbb9b2" providerId="AD" clId="Web-{F0FA5320-8457-7457-9334-275BE5EACF58}" dt="2022-12-12T21:57:33.149" v="15" actId="1076"/>
          <ac:picMkLst>
            <pc:docMk/>
            <pc:sldMk cId="3302428406" sldId="295"/>
            <ac:picMk id="6" creationId="{BBD12255-9F4D-9C76-F082-A9677242610F}"/>
          </ac:picMkLst>
        </pc:picChg>
      </pc:sldChg>
    </pc:docChg>
  </pc:docChgLst>
  <pc:docChgLst>
    <pc:chgData name="Simone Lo Gatto" userId="S::10736180@polimi.it::198d6410-1b3e-42f1-8ce6-640f3dfbb9b2" providerId="AD" clId="Web-{57CAA272-FD84-A34D-6047-F6706E68E29B}"/>
    <pc:docChg chg="addSld delSld modSld">
      <pc:chgData name="Simone Lo Gatto" userId="S::10736180@polimi.it::198d6410-1b3e-42f1-8ce6-640f3dfbb9b2" providerId="AD" clId="Web-{57CAA272-FD84-A34D-6047-F6706E68E29B}" dt="2022-12-13T11:09:01.013" v="209"/>
      <pc:docMkLst>
        <pc:docMk/>
      </pc:docMkLst>
      <pc:sldChg chg="addSp modSp">
        <pc:chgData name="Simone Lo Gatto" userId="S::10736180@polimi.it::198d6410-1b3e-42f1-8ce6-640f3dfbb9b2" providerId="AD" clId="Web-{57CAA272-FD84-A34D-6047-F6706E68E29B}" dt="2022-12-13T11:05:58.516" v="208" actId="1076"/>
        <pc:sldMkLst>
          <pc:docMk/>
          <pc:sldMk cId="1269879673" sldId="259"/>
        </pc:sldMkLst>
        <pc:spChg chg="mod">
          <ac:chgData name="Simone Lo Gatto" userId="S::10736180@polimi.it::198d6410-1b3e-42f1-8ce6-640f3dfbb9b2" providerId="AD" clId="Web-{57CAA272-FD84-A34D-6047-F6706E68E29B}" dt="2022-12-13T10:56:16.757" v="96" actId="20577"/>
          <ac:spMkLst>
            <pc:docMk/>
            <pc:sldMk cId="1269879673" sldId="259"/>
            <ac:spMk id="3" creationId="{0CA3E8E9-5F02-89AC-7098-FB0C91FCE0C1}"/>
          </ac:spMkLst>
        </pc:spChg>
        <pc:spChg chg="add mod">
          <ac:chgData name="Simone Lo Gatto" userId="S::10736180@polimi.it::198d6410-1b3e-42f1-8ce6-640f3dfbb9b2" providerId="AD" clId="Web-{57CAA272-FD84-A34D-6047-F6706E68E29B}" dt="2022-12-13T11:04:50.574" v="195" actId="20577"/>
          <ac:spMkLst>
            <pc:docMk/>
            <pc:sldMk cId="1269879673" sldId="259"/>
            <ac:spMk id="12" creationId="{92E265F6-0A96-089B-B258-F27B5C767680}"/>
          </ac:spMkLst>
        </pc:spChg>
        <pc:grpChg chg="add mod">
          <ac:chgData name="Simone Lo Gatto" userId="S::10736180@polimi.it::198d6410-1b3e-42f1-8ce6-640f3dfbb9b2" providerId="AD" clId="Web-{57CAA272-FD84-A34D-6047-F6706E68E29B}" dt="2022-12-13T10:54:22.264" v="87" actId="1076"/>
          <ac:grpSpMkLst>
            <pc:docMk/>
            <pc:sldMk cId="1269879673" sldId="259"/>
            <ac:grpSpMk id="10" creationId="{3BDB04E8-3D4C-A62C-2E48-034366D344C6}"/>
          </ac:grpSpMkLst>
        </pc:grpChg>
        <pc:picChg chg="add mod">
          <ac:chgData name="Simone Lo Gatto" userId="S::10736180@polimi.it::198d6410-1b3e-42f1-8ce6-640f3dfbb9b2" providerId="AD" clId="Web-{57CAA272-FD84-A34D-6047-F6706E68E29B}" dt="2022-12-13T11:05:58.516" v="208" actId="1076"/>
          <ac:picMkLst>
            <pc:docMk/>
            <pc:sldMk cId="1269879673" sldId="259"/>
            <ac:picMk id="11" creationId="{7408B4C7-7526-9C43-39C8-17DCC638665F}"/>
          </ac:picMkLst>
        </pc:picChg>
        <pc:picChg chg="add mod modCrop">
          <ac:chgData name="Simone Lo Gatto" userId="S::10736180@polimi.it::198d6410-1b3e-42f1-8ce6-640f3dfbb9b2" providerId="AD" clId="Web-{57CAA272-FD84-A34D-6047-F6706E68E29B}" dt="2022-12-13T11:05:44.062" v="205" actId="14100"/>
          <ac:picMkLst>
            <pc:docMk/>
            <pc:sldMk cId="1269879673" sldId="259"/>
            <ac:picMk id="13" creationId="{AE199E78-03F6-8AFC-6FC3-89671A01939F}"/>
          </ac:picMkLst>
        </pc:picChg>
      </pc:sldChg>
      <pc:sldChg chg="addSp delSp modSp">
        <pc:chgData name="Simone Lo Gatto" userId="S::10736180@polimi.it::198d6410-1b3e-42f1-8ce6-640f3dfbb9b2" providerId="AD" clId="Web-{57CAA272-FD84-A34D-6047-F6706E68E29B}" dt="2022-12-13T10:21:18.954" v="49" actId="14100"/>
        <pc:sldMkLst>
          <pc:docMk/>
          <pc:sldMk cId="3302428406" sldId="295"/>
        </pc:sldMkLst>
        <pc:spChg chg="mod">
          <ac:chgData name="Simone Lo Gatto" userId="S::10736180@polimi.it::198d6410-1b3e-42f1-8ce6-640f3dfbb9b2" providerId="AD" clId="Web-{57CAA272-FD84-A34D-6047-F6706E68E29B}" dt="2022-12-13T10:04:44.791" v="32" actId="20577"/>
          <ac:spMkLst>
            <pc:docMk/>
            <pc:sldMk cId="3302428406" sldId="295"/>
            <ac:spMk id="3" creationId="{1C315501-6A4F-7577-9267-FD840117AD4D}"/>
          </ac:spMkLst>
        </pc:spChg>
        <pc:spChg chg="add mod">
          <ac:chgData name="Simone Lo Gatto" userId="S::10736180@polimi.it::198d6410-1b3e-42f1-8ce6-640f3dfbb9b2" providerId="AD" clId="Web-{57CAA272-FD84-A34D-6047-F6706E68E29B}" dt="2022-12-13T10:19:48.479" v="40" actId="14100"/>
          <ac:spMkLst>
            <pc:docMk/>
            <pc:sldMk cId="3302428406" sldId="295"/>
            <ac:spMk id="4" creationId="{5C0E24CB-DD25-8ED7-16AA-632E1FF4F8AC}"/>
          </ac:spMkLst>
        </pc:spChg>
        <pc:cxnChg chg="add mod">
          <ac:chgData name="Simone Lo Gatto" userId="S::10736180@polimi.it::198d6410-1b3e-42f1-8ce6-640f3dfbb9b2" providerId="AD" clId="Web-{57CAA272-FD84-A34D-6047-F6706E68E29B}" dt="2022-12-13T10:21:18.954" v="49" actId="14100"/>
          <ac:cxnSpMkLst>
            <pc:docMk/>
            <pc:sldMk cId="3302428406" sldId="295"/>
            <ac:cxnSpMk id="7" creationId="{AFFF0E99-917B-25D0-75F7-6D0144003E7D}"/>
          </ac:cxnSpMkLst>
        </pc:cxnChg>
        <pc:cxnChg chg="add del mod">
          <ac:chgData name="Simone Lo Gatto" userId="S::10736180@polimi.it::198d6410-1b3e-42f1-8ce6-640f3dfbb9b2" providerId="AD" clId="Web-{57CAA272-FD84-A34D-6047-F6706E68E29B}" dt="2022-12-13T10:20:25.154" v="45"/>
          <ac:cxnSpMkLst>
            <pc:docMk/>
            <pc:sldMk cId="3302428406" sldId="295"/>
            <ac:cxnSpMk id="8" creationId="{0873DA1B-7339-2643-25D1-6FC9061692D4}"/>
          </ac:cxnSpMkLst>
        </pc:cxnChg>
      </pc:sldChg>
      <pc:sldChg chg="addSp delSp modSp add del replId">
        <pc:chgData name="Simone Lo Gatto" userId="S::10736180@polimi.it::198d6410-1b3e-42f1-8ce6-640f3dfbb9b2" providerId="AD" clId="Web-{57CAA272-FD84-A34D-6047-F6706E68E29B}" dt="2022-12-13T10:23:30.776" v="70"/>
        <pc:sldMkLst>
          <pc:docMk/>
          <pc:sldMk cId="230720908" sldId="303"/>
        </pc:sldMkLst>
        <pc:spChg chg="mod">
          <ac:chgData name="Simone Lo Gatto" userId="S::10736180@polimi.it::198d6410-1b3e-42f1-8ce6-640f3dfbb9b2" providerId="AD" clId="Web-{57CAA272-FD84-A34D-6047-F6706E68E29B}" dt="2022-12-13T10:22:45.210" v="66" actId="20577"/>
          <ac:spMkLst>
            <pc:docMk/>
            <pc:sldMk cId="230720908" sldId="303"/>
            <ac:spMk id="2" creationId="{A072A490-019A-2EE8-2F26-D789C7921E80}"/>
          </ac:spMkLst>
        </pc:spChg>
        <pc:spChg chg="add mod">
          <ac:chgData name="Simone Lo Gatto" userId="S::10736180@polimi.it::198d6410-1b3e-42f1-8ce6-640f3dfbb9b2" providerId="AD" clId="Web-{57CAA272-FD84-A34D-6047-F6706E68E29B}" dt="2022-12-13T10:23:26.869" v="69"/>
          <ac:spMkLst>
            <pc:docMk/>
            <pc:sldMk cId="230720908" sldId="303"/>
            <ac:spMk id="6" creationId="{535D67F7-5CE2-6A25-61B5-C83AD25ADA60}"/>
          </ac:spMkLst>
        </pc:spChg>
        <pc:picChg chg="del mod modCrop">
          <ac:chgData name="Simone Lo Gatto" userId="S::10736180@polimi.it::198d6410-1b3e-42f1-8ce6-640f3dfbb9b2" providerId="AD" clId="Web-{57CAA272-FD84-A34D-6047-F6706E68E29B}" dt="2022-12-13T10:23:26.869" v="69"/>
          <ac:picMkLst>
            <pc:docMk/>
            <pc:sldMk cId="230720908" sldId="303"/>
            <ac:picMk id="5" creationId="{5992CF72-7F18-5759-C2B9-A9CDEDCA14EB}"/>
          </ac:picMkLst>
        </pc:picChg>
      </pc:sldChg>
      <pc:sldChg chg="addSp delSp modSp add del addAnim delAnim">
        <pc:chgData name="Simone Lo Gatto" userId="S::10736180@polimi.it::198d6410-1b3e-42f1-8ce6-640f3dfbb9b2" providerId="AD" clId="Web-{57CAA272-FD84-A34D-6047-F6706E68E29B}" dt="2022-12-13T11:09:01.013" v="209"/>
        <pc:sldMkLst>
          <pc:docMk/>
          <pc:sldMk cId="3785838523" sldId="303"/>
        </pc:sldMkLst>
        <pc:grpChg chg="mod topLvl">
          <ac:chgData name="Simone Lo Gatto" userId="S::10736180@polimi.it::198d6410-1b3e-42f1-8ce6-640f3dfbb9b2" providerId="AD" clId="Web-{57CAA272-FD84-A34D-6047-F6706E68E29B}" dt="2022-12-13T10:53:33.370" v="83"/>
          <ac:grpSpMkLst>
            <pc:docMk/>
            <pc:sldMk cId="3785838523" sldId="303"/>
            <ac:grpSpMk id="9" creationId="{A136906A-11EE-D87A-F8BB-0964EBF6A510}"/>
          </ac:grpSpMkLst>
        </pc:grpChg>
        <pc:grpChg chg="add del mod">
          <ac:chgData name="Simone Lo Gatto" userId="S::10736180@polimi.it::198d6410-1b3e-42f1-8ce6-640f3dfbb9b2" providerId="AD" clId="Web-{57CAA272-FD84-A34D-6047-F6706E68E29B}" dt="2022-12-13T10:53:33.370" v="83"/>
          <ac:grpSpMkLst>
            <pc:docMk/>
            <pc:sldMk cId="3785838523" sldId="303"/>
            <ac:grpSpMk id="10" creationId="{97345A2E-504C-FFDB-AFAB-9CB0AEE58AA0}"/>
          </ac:grpSpMkLst>
        </pc:grpChg>
        <pc:picChg chg="add del mod topLvl">
          <ac:chgData name="Simone Lo Gatto" userId="S::10736180@polimi.it::198d6410-1b3e-42f1-8ce6-640f3dfbb9b2" providerId="AD" clId="Web-{57CAA272-FD84-A34D-6047-F6706E68E29B}" dt="2022-12-13T10:53:33.370" v="83"/>
          <ac:picMkLst>
            <pc:docMk/>
            <pc:sldMk cId="3785838523" sldId="303"/>
            <ac:picMk id="5" creationId="{57A88AF4-A491-F682-67FA-471003AA7E64}"/>
          </ac:picMkLst>
        </pc:picChg>
      </pc:sldChg>
    </pc:docChg>
  </pc:docChgLst>
  <pc:docChgLst>
    <pc:chgData name="Francesco Riccardi" userId="S::10651584@polimi.it::6c83885c-cd25-44a2-9b68-5a6ed639437c" providerId="AD" clId="Web-{0069590B-5B94-57BB-EBE5-60A49027E5E8}"/>
    <pc:docChg chg="modSld">
      <pc:chgData name="Francesco Riccardi" userId="S::10651584@polimi.it::6c83885c-cd25-44a2-9b68-5a6ed639437c" providerId="AD" clId="Web-{0069590B-5B94-57BB-EBE5-60A49027E5E8}" dt="2022-12-12T23:44:15.458" v="55" actId="1076"/>
      <pc:docMkLst>
        <pc:docMk/>
      </pc:docMkLst>
      <pc:sldChg chg="modSp">
        <pc:chgData name="Francesco Riccardi" userId="S::10651584@polimi.it::6c83885c-cd25-44a2-9b68-5a6ed639437c" providerId="AD" clId="Web-{0069590B-5B94-57BB-EBE5-60A49027E5E8}" dt="2022-12-12T23:44:15.458" v="55" actId="1076"/>
        <pc:sldMkLst>
          <pc:docMk/>
          <pc:sldMk cId="635592728" sldId="300"/>
        </pc:sldMkLst>
        <pc:spChg chg="mod">
          <ac:chgData name="Francesco Riccardi" userId="S::10651584@polimi.it::6c83885c-cd25-44a2-9b68-5a6ed639437c" providerId="AD" clId="Web-{0069590B-5B94-57BB-EBE5-60A49027E5E8}" dt="2022-12-12T23:44:01.067" v="54" actId="20577"/>
          <ac:spMkLst>
            <pc:docMk/>
            <pc:sldMk cId="635592728" sldId="300"/>
            <ac:spMk id="3" creationId="{72F90C8A-BE20-3B2B-E8A5-7313BF9B3882}"/>
          </ac:spMkLst>
        </pc:spChg>
        <pc:spChg chg="mod">
          <ac:chgData name="Francesco Riccardi" userId="S::10651584@polimi.it::6c83885c-cd25-44a2-9b68-5a6ed639437c" providerId="AD" clId="Web-{0069590B-5B94-57BB-EBE5-60A49027E5E8}" dt="2022-12-12T23:43:39.488" v="52" actId="1076"/>
          <ac:spMkLst>
            <pc:docMk/>
            <pc:sldMk cId="635592728" sldId="300"/>
            <ac:spMk id="38" creationId="{FF48E59B-AEBB-75EB-2D3F-06CD85A78BE5}"/>
          </ac:spMkLst>
        </pc:spChg>
        <pc:cxnChg chg="mod">
          <ac:chgData name="Francesco Riccardi" userId="S::10651584@polimi.it::6c83885c-cd25-44a2-9b68-5a6ed639437c" providerId="AD" clId="Web-{0069590B-5B94-57BB-EBE5-60A49027E5E8}" dt="2022-12-12T23:44:15.458" v="55" actId="1076"/>
          <ac:cxnSpMkLst>
            <pc:docMk/>
            <pc:sldMk cId="635592728" sldId="300"/>
            <ac:cxnSpMk id="37" creationId="{0DE3D8A9-5180-C4F6-15FA-C71F0087DAD1}"/>
          </ac:cxnSpMkLst>
        </pc:cxnChg>
      </pc:sldChg>
    </pc:docChg>
  </pc:docChgLst>
  <pc:docChgLst>
    <pc:chgData name="Alessandro Romito" userId="41e67ac5-d237-4872-b57d-0b259b8f3d1a" providerId="ADAL" clId="{D3063F48-E1F3-4F02-B308-B4B101A2381C}"/>
    <pc:docChg chg="undo redo custSel addSld delSld modSld sldOrd">
      <pc:chgData name="Alessandro Romito" userId="41e67ac5-d237-4872-b57d-0b259b8f3d1a" providerId="ADAL" clId="{D3063F48-E1F3-4F02-B308-B4B101A2381C}" dt="2022-12-13T09:20:34.968" v="2929" actId="20577"/>
      <pc:docMkLst>
        <pc:docMk/>
      </pc:docMkLst>
      <pc:sldChg chg="delSp mod modTransition">
        <pc:chgData name="Alessandro Romito" userId="41e67ac5-d237-4872-b57d-0b259b8f3d1a" providerId="ADAL" clId="{D3063F48-E1F3-4F02-B308-B4B101A2381C}" dt="2022-12-12T15:23:34.059" v="1122" actId="21"/>
        <pc:sldMkLst>
          <pc:docMk/>
          <pc:sldMk cId="498270832" sldId="256"/>
        </pc:sldMkLst>
        <pc:picChg chg="del">
          <ac:chgData name="Alessandro Romito" userId="41e67ac5-d237-4872-b57d-0b259b8f3d1a" providerId="ADAL" clId="{D3063F48-E1F3-4F02-B308-B4B101A2381C}" dt="2022-12-12T15:23:34.059" v="1122" actId="21"/>
          <ac:picMkLst>
            <pc:docMk/>
            <pc:sldMk cId="498270832" sldId="256"/>
            <ac:picMk id="4" creationId="{689D5E4D-47DE-FAA6-DA97-D12EB078E101}"/>
          </ac:picMkLst>
        </pc:picChg>
      </pc:sldChg>
      <pc:sldChg chg="addSp delSp modSp mod modTransition modAnim">
        <pc:chgData name="Alessandro Romito" userId="41e67ac5-d237-4872-b57d-0b259b8f3d1a" providerId="ADAL" clId="{D3063F48-E1F3-4F02-B308-B4B101A2381C}" dt="2022-12-13T07:24:40.550" v="2622"/>
        <pc:sldMkLst>
          <pc:docMk/>
          <pc:sldMk cId="3383649683" sldId="257"/>
        </pc:sldMkLst>
        <pc:spChg chg="add del mod">
          <ac:chgData name="Alessandro Romito" userId="41e67ac5-d237-4872-b57d-0b259b8f3d1a" providerId="ADAL" clId="{D3063F48-E1F3-4F02-B308-B4B101A2381C}" dt="2022-12-12T21:24:55.898" v="2218" actId="478"/>
          <ac:spMkLst>
            <pc:docMk/>
            <pc:sldMk cId="3383649683" sldId="257"/>
            <ac:spMk id="3" creationId="{F088C0C0-C718-3542-0B4D-122D22ECF2CE}"/>
          </ac:spMkLst>
        </pc:spChg>
        <pc:spChg chg="add del mod">
          <ac:chgData name="Alessandro Romito" userId="41e67ac5-d237-4872-b57d-0b259b8f3d1a" providerId="ADAL" clId="{D3063F48-E1F3-4F02-B308-B4B101A2381C}" dt="2022-12-12T21:24:59.625" v="2219" actId="478"/>
          <ac:spMkLst>
            <pc:docMk/>
            <pc:sldMk cId="3383649683" sldId="257"/>
            <ac:spMk id="4" creationId="{540B9478-1C89-9D6F-50CF-BF9DF6C74B7D}"/>
          </ac:spMkLst>
        </pc:spChg>
        <pc:spChg chg="mod">
          <ac:chgData name="Alessandro Romito" userId="41e67ac5-d237-4872-b57d-0b259b8f3d1a" providerId="ADAL" clId="{D3063F48-E1F3-4F02-B308-B4B101A2381C}" dt="2022-12-12T15:13:12.953" v="869" actId="113"/>
          <ac:spMkLst>
            <pc:docMk/>
            <pc:sldMk cId="3383649683" sldId="257"/>
            <ac:spMk id="5" creationId="{1DDBFF28-0433-1A4D-7690-084648622D6A}"/>
          </ac:spMkLst>
        </pc:spChg>
        <pc:spChg chg="add mod">
          <ac:chgData name="Alessandro Romito" userId="41e67ac5-d237-4872-b57d-0b259b8f3d1a" providerId="ADAL" clId="{D3063F48-E1F3-4F02-B308-B4B101A2381C}" dt="2022-12-12T15:12:17.902" v="865" actId="1076"/>
          <ac:spMkLst>
            <pc:docMk/>
            <pc:sldMk cId="3383649683" sldId="257"/>
            <ac:spMk id="6" creationId="{2E79BE2B-04AE-BE73-6F99-F9F7B86B043C}"/>
          </ac:spMkLst>
        </pc:spChg>
        <pc:picChg chg="add mod">
          <ac:chgData name="Alessandro Romito" userId="41e67ac5-d237-4872-b57d-0b259b8f3d1a" providerId="ADAL" clId="{D3063F48-E1F3-4F02-B308-B4B101A2381C}" dt="2022-12-12T21:26:39.903" v="2239" actId="1076"/>
          <ac:picMkLst>
            <pc:docMk/>
            <pc:sldMk cId="3383649683" sldId="257"/>
            <ac:picMk id="1026" creationId="{191D8840-C016-48C6-7051-8A3730E1F6DE}"/>
          </ac:picMkLst>
        </pc:picChg>
        <pc:picChg chg="add mod">
          <ac:chgData name="Alessandro Romito" userId="41e67ac5-d237-4872-b57d-0b259b8f3d1a" providerId="ADAL" clId="{D3063F48-E1F3-4F02-B308-B4B101A2381C}" dt="2022-12-12T21:26:35.065" v="2238" actId="1076"/>
          <ac:picMkLst>
            <pc:docMk/>
            <pc:sldMk cId="3383649683" sldId="257"/>
            <ac:picMk id="1028" creationId="{CAF6FF46-28F3-C24F-0318-E1F4B9611EB6}"/>
          </ac:picMkLst>
        </pc:picChg>
        <pc:picChg chg="add mod">
          <ac:chgData name="Alessandro Romito" userId="41e67ac5-d237-4872-b57d-0b259b8f3d1a" providerId="ADAL" clId="{D3063F48-E1F3-4F02-B308-B4B101A2381C}" dt="2022-12-12T21:26:22.200" v="2235" actId="1076"/>
          <ac:picMkLst>
            <pc:docMk/>
            <pc:sldMk cId="3383649683" sldId="257"/>
            <ac:picMk id="1030" creationId="{35CC69F8-F7F8-E27F-E331-C02920B361D9}"/>
          </ac:picMkLst>
        </pc:picChg>
      </pc:sldChg>
      <pc:sldChg chg="addSp delSp modSp mod modTransition">
        <pc:chgData name="Alessandro Romito" userId="41e67ac5-d237-4872-b57d-0b259b8f3d1a" providerId="ADAL" clId="{D3063F48-E1F3-4F02-B308-B4B101A2381C}" dt="2022-12-13T07:27:49.018" v="2659" actId="20577"/>
        <pc:sldMkLst>
          <pc:docMk/>
          <pc:sldMk cId="2001695281" sldId="258"/>
        </pc:sldMkLst>
        <pc:spChg chg="mod">
          <ac:chgData name="Alessandro Romito" userId="41e67ac5-d237-4872-b57d-0b259b8f3d1a" providerId="ADAL" clId="{D3063F48-E1F3-4F02-B308-B4B101A2381C}" dt="2022-12-13T07:27:49.018" v="2659" actId="20577"/>
          <ac:spMkLst>
            <pc:docMk/>
            <pc:sldMk cId="2001695281" sldId="258"/>
            <ac:spMk id="3" creationId="{33FEC46C-24B7-84FD-CF3E-294C2816ED4A}"/>
          </ac:spMkLst>
        </pc:spChg>
        <pc:picChg chg="add mod">
          <ac:chgData name="Alessandro Romito" userId="41e67ac5-d237-4872-b57d-0b259b8f3d1a" providerId="ADAL" clId="{D3063F48-E1F3-4F02-B308-B4B101A2381C}" dt="2022-12-12T16:04:24.548" v="2214" actId="1076"/>
          <ac:picMkLst>
            <pc:docMk/>
            <pc:sldMk cId="2001695281" sldId="258"/>
            <ac:picMk id="5" creationId="{E5784ACE-80F2-EEF4-EE57-04C4D8523F61}"/>
          </ac:picMkLst>
        </pc:picChg>
        <pc:cxnChg chg="del">
          <ac:chgData name="Alessandro Romito" userId="41e67ac5-d237-4872-b57d-0b259b8f3d1a" providerId="ADAL" clId="{D3063F48-E1F3-4F02-B308-B4B101A2381C}" dt="2022-12-12T15:55:03.513" v="1981" actId="478"/>
          <ac:cxnSpMkLst>
            <pc:docMk/>
            <pc:sldMk cId="2001695281" sldId="258"/>
            <ac:cxnSpMk id="6" creationId="{8F1D20BB-22AB-7F36-A669-728888AF28D8}"/>
          </ac:cxnSpMkLst>
        </pc:cxnChg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1269879673" sldId="259"/>
        </pc:sldMkLst>
      </pc:sldChg>
      <pc:sldChg chg="ord modTransition">
        <pc:chgData name="Alessandro Romito" userId="41e67ac5-d237-4872-b57d-0b259b8f3d1a" providerId="ADAL" clId="{D3063F48-E1F3-4F02-B308-B4B101A2381C}" dt="2022-12-12T14:55:54.239" v="589"/>
        <pc:sldMkLst>
          <pc:docMk/>
          <pc:sldMk cId="1659495821" sldId="260"/>
        </pc:sldMkLst>
      </pc:sldChg>
      <pc:sldChg chg="addSp delSp modSp mod modTransition">
        <pc:chgData name="Alessandro Romito" userId="41e67ac5-d237-4872-b57d-0b259b8f3d1a" providerId="ADAL" clId="{D3063F48-E1F3-4F02-B308-B4B101A2381C}" dt="2022-12-12T14:55:16.135" v="587"/>
        <pc:sldMkLst>
          <pc:docMk/>
          <pc:sldMk cId="1751112552" sldId="261"/>
        </pc:sldMkLst>
        <pc:spChg chg="mod">
          <ac:chgData name="Alessandro Romito" userId="41e67ac5-d237-4872-b57d-0b259b8f3d1a" providerId="ADAL" clId="{D3063F48-E1F3-4F02-B308-B4B101A2381C}" dt="2022-12-12T14:36:20.543" v="154" actId="1076"/>
          <ac:spMkLst>
            <pc:docMk/>
            <pc:sldMk cId="1751112552" sldId="261"/>
            <ac:spMk id="3" creationId="{C3F1EFCE-C560-A11D-2BF0-3ADA836E4D2A}"/>
          </ac:spMkLst>
        </pc:spChg>
        <pc:spChg chg="add mod">
          <ac:chgData name="Alessandro Romito" userId="41e67ac5-d237-4872-b57d-0b259b8f3d1a" providerId="ADAL" clId="{D3063F48-E1F3-4F02-B308-B4B101A2381C}" dt="2022-12-12T14:50:42.798" v="572" actId="1076"/>
          <ac:spMkLst>
            <pc:docMk/>
            <pc:sldMk cId="1751112552" sldId="261"/>
            <ac:spMk id="4" creationId="{FDBBDE1E-5534-C1CE-18BB-7FCD94D26518}"/>
          </ac:spMkLst>
        </pc:spChg>
        <pc:spChg chg="add mod">
          <ac:chgData name="Alessandro Romito" userId="41e67ac5-d237-4872-b57d-0b259b8f3d1a" providerId="ADAL" clId="{D3063F48-E1F3-4F02-B308-B4B101A2381C}" dt="2022-12-12T14:51:13.595" v="573" actId="164"/>
          <ac:spMkLst>
            <pc:docMk/>
            <pc:sldMk cId="1751112552" sldId="261"/>
            <ac:spMk id="7" creationId="{3EFB7BBD-C9C6-8208-2739-FD244437F432}"/>
          </ac:spMkLst>
        </pc:spChg>
        <pc:spChg chg="mod">
          <ac:chgData name="Alessandro Romito" userId="41e67ac5-d237-4872-b57d-0b259b8f3d1a" providerId="ADAL" clId="{D3063F48-E1F3-4F02-B308-B4B101A2381C}" dt="2022-12-12T14:51:32.833" v="580" actId="1076"/>
          <ac:spMkLst>
            <pc:docMk/>
            <pc:sldMk cId="1751112552" sldId="261"/>
            <ac:spMk id="9" creationId="{00000000-0000-0000-0000-000000000000}"/>
          </ac:spMkLst>
        </pc:spChg>
        <pc:spChg chg="mod">
          <ac:chgData name="Alessandro Romito" userId="41e67ac5-d237-4872-b57d-0b259b8f3d1a" providerId="ADAL" clId="{D3063F48-E1F3-4F02-B308-B4B101A2381C}" dt="2022-12-12T14:51:50.623" v="582" actId="1076"/>
          <ac:spMkLst>
            <pc:docMk/>
            <pc:sldMk cId="1751112552" sldId="261"/>
            <ac:spMk id="132" creationId="{00000000-0000-0000-0000-000000000000}"/>
          </ac:spMkLst>
        </pc:spChg>
        <pc:spChg chg="del mod">
          <ac:chgData name="Alessandro Romito" userId="41e67ac5-d237-4872-b57d-0b259b8f3d1a" providerId="ADAL" clId="{D3063F48-E1F3-4F02-B308-B4B101A2381C}" dt="2022-12-12T14:53:09.560" v="586" actId="478"/>
          <ac:spMkLst>
            <pc:docMk/>
            <pc:sldMk cId="1751112552" sldId="261"/>
            <ac:spMk id="133" creationId="{00000000-0000-0000-0000-000000000000}"/>
          </ac:spMkLst>
        </pc:spChg>
        <pc:spChg chg="add mod">
          <ac:chgData name="Alessandro Romito" userId="41e67ac5-d237-4872-b57d-0b259b8f3d1a" providerId="ADAL" clId="{D3063F48-E1F3-4F02-B308-B4B101A2381C}" dt="2022-12-12T14:51:13.595" v="573" actId="164"/>
          <ac:spMkLst>
            <pc:docMk/>
            <pc:sldMk cId="1751112552" sldId="261"/>
            <ac:spMk id="1024" creationId="{2C2CA44E-A7C1-6669-1254-A29432AA8CE4}"/>
          </ac:spMkLst>
        </pc:spChg>
        <pc:spChg chg="add mod">
          <ac:chgData name="Alessandro Romito" userId="41e67ac5-d237-4872-b57d-0b259b8f3d1a" providerId="ADAL" clId="{D3063F48-E1F3-4F02-B308-B4B101A2381C}" dt="2022-12-12T14:51:13.595" v="573" actId="164"/>
          <ac:spMkLst>
            <pc:docMk/>
            <pc:sldMk cId="1751112552" sldId="261"/>
            <ac:spMk id="1025" creationId="{0F08EDFB-BA1C-7609-AE67-83104152FD99}"/>
          </ac:spMkLst>
        </pc:spChg>
        <pc:spChg chg="add mod">
          <ac:chgData name="Alessandro Romito" userId="41e67ac5-d237-4872-b57d-0b259b8f3d1a" providerId="ADAL" clId="{D3063F48-E1F3-4F02-B308-B4B101A2381C}" dt="2022-12-12T14:51:13.595" v="573" actId="164"/>
          <ac:spMkLst>
            <pc:docMk/>
            <pc:sldMk cId="1751112552" sldId="261"/>
            <ac:spMk id="1026" creationId="{E0BFFD12-EACB-89D4-74EF-219A41F7221F}"/>
          </ac:spMkLst>
        </pc:spChg>
        <pc:spChg chg="add mod">
          <ac:chgData name="Alessandro Romito" userId="41e67ac5-d237-4872-b57d-0b259b8f3d1a" providerId="ADAL" clId="{D3063F48-E1F3-4F02-B308-B4B101A2381C}" dt="2022-12-12T14:51:13.595" v="573" actId="164"/>
          <ac:spMkLst>
            <pc:docMk/>
            <pc:sldMk cId="1751112552" sldId="261"/>
            <ac:spMk id="1027" creationId="{469A9D7B-5AA6-1F40-9370-2EB550176CF2}"/>
          </ac:spMkLst>
        </pc:spChg>
        <pc:spChg chg="add mod">
          <ac:chgData name="Alessandro Romito" userId="41e67ac5-d237-4872-b57d-0b259b8f3d1a" providerId="ADAL" clId="{D3063F48-E1F3-4F02-B308-B4B101A2381C}" dt="2022-12-12T14:52:07.707" v="585" actId="1076"/>
          <ac:spMkLst>
            <pc:docMk/>
            <pc:sldMk cId="1751112552" sldId="261"/>
            <ac:spMk id="1029" creationId="{6A3F5448-4877-35BD-35D6-5484BDD1EC69}"/>
          </ac:spMkLst>
        </pc:spChg>
        <pc:grpChg chg="add mod">
          <ac:chgData name="Alessandro Romito" userId="41e67ac5-d237-4872-b57d-0b259b8f3d1a" providerId="ADAL" clId="{D3063F48-E1F3-4F02-B308-B4B101A2381C}" dt="2022-12-12T14:50:42.798" v="572" actId="1076"/>
          <ac:grpSpMkLst>
            <pc:docMk/>
            <pc:sldMk cId="1751112552" sldId="261"/>
            <ac:grpSpMk id="6" creationId="{F11BF85C-C40E-8A82-3464-2A6BC4DDAAF1}"/>
          </ac:grpSpMkLst>
        </pc:grpChg>
        <pc:grpChg chg="add mod">
          <ac:chgData name="Alessandro Romito" userId="41e67ac5-d237-4872-b57d-0b259b8f3d1a" providerId="ADAL" clId="{D3063F48-E1F3-4F02-B308-B4B101A2381C}" dt="2022-12-12T14:51:24.661" v="579" actId="1036"/>
          <ac:grpSpMkLst>
            <pc:docMk/>
            <pc:sldMk cId="1751112552" sldId="261"/>
            <ac:grpSpMk id="1030" creationId="{A3AA274B-BC17-8332-D151-4EB5D4E02992}"/>
          </ac:grpSpMkLst>
        </pc:grpChg>
        <pc:picChg chg="mod">
          <ac:chgData name="Alessandro Romito" userId="41e67ac5-d237-4872-b57d-0b259b8f3d1a" providerId="ADAL" clId="{D3063F48-E1F3-4F02-B308-B4B101A2381C}" dt="2022-12-12T14:51:55.781" v="584" actId="1076"/>
          <ac:picMkLst>
            <pc:docMk/>
            <pc:sldMk cId="1751112552" sldId="261"/>
            <ac:picMk id="8" creationId="{00000000-0000-0000-0000-000000000000}"/>
          </ac:picMkLst>
        </pc:picChg>
        <pc:picChg chg="mod">
          <ac:chgData name="Alessandro Romito" userId="41e67ac5-d237-4872-b57d-0b259b8f3d1a" providerId="ADAL" clId="{D3063F48-E1F3-4F02-B308-B4B101A2381C}" dt="2022-12-12T14:50:42.798" v="572" actId="1076"/>
          <ac:picMkLst>
            <pc:docMk/>
            <pc:sldMk cId="1751112552" sldId="261"/>
            <ac:picMk id="1028" creationId="{00000000-0000-0000-0000-000000000000}"/>
          </ac:picMkLst>
        </pc:picChg>
      </pc:sldChg>
      <pc:sldChg chg="modSp mod modTransition">
        <pc:chgData name="Alessandro Romito" userId="41e67ac5-d237-4872-b57d-0b259b8f3d1a" providerId="ADAL" clId="{D3063F48-E1F3-4F02-B308-B4B101A2381C}" dt="2022-12-12T15:54:39.834" v="1974" actId="20577"/>
        <pc:sldMkLst>
          <pc:docMk/>
          <pc:sldMk cId="2895628745" sldId="264"/>
        </pc:sldMkLst>
        <pc:spChg chg="mod">
          <ac:chgData name="Alessandro Romito" userId="41e67ac5-d237-4872-b57d-0b259b8f3d1a" providerId="ADAL" clId="{D3063F48-E1F3-4F02-B308-B4B101A2381C}" dt="2022-12-12T15:54:39.834" v="1974" actId="20577"/>
          <ac:spMkLst>
            <pc:docMk/>
            <pc:sldMk cId="2895628745" sldId="264"/>
            <ac:spMk id="2" creationId="{00000000-0000-0000-0000-000000000000}"/>
          </ac:spMkLst>
        </pc:spChg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3637830587" sldId="265"/>
        </pc:sldMkLst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4264876374" sldId="266"/>
        </pc:sldMkLst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1618797682" sldId="267"/>
        </pc:sldMkLst>
      </pc:sldChg>
      <pc:sldChg chg="addSp modSp mod modTransition">
        <pc:chgData name="Alessandro Romito" userId="41e67ac5-d237-4872-b57d-0b259b8f3d1a" providerId="ADAL" clId="{D3063F48-E1F3-4F02-B308-B4B101A2381C}" dt="2022-12-13T09:20:34.968" v="2929" actId="20577"/>
        <pc:sldMkLst>
          <pc:docMk/>
          <pc:sldMk cId="2616121869" sldId="268"/>
        </pc:sldMkLst>
        <pc:spChg chg="add mod">
          <ac:chgData name="Alessandro Romito" userId="41e67ac5-d237-4872-b57d-0b259b8f3d1a" providerId="ADAL" clId="{D3063F48-E1F3-4F02-B308-B4B101A2381C}" dt="2022-12-13T09:20:34.968" v="2929" actId="20577"/>
          <ac:spMkLst>
            <pc:docMk/>
            <pc:sldMk cId="2616121869" sldId="268"/>
            <ac:spMk id="6" creationId="{218D814B-EB07-554E-2CA1-EC1B95042A74}"/>
          </ac:spMkLst>
        </pc:spChg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770520173" sldId="269"/>
        </pc:sldMkLst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697464104" sldId="270"/>
        </pc:sldMkLst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2007571674" sldId="271"/>
        </pc:sldMkLst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2026674314" sldId="272"/>
        </pc:sldMkLst>
      </pc:sldChg>
      <pc:sldChg chg="modSp mod modTransition modShow">
        <pc:chgData name="Alessandro Romito" userId="41e67ac5-d237-4872-b57d-0b259b8f3d1a" providerId="ADAL" clId="{D3063F48-E1F3-4F02-B308-B4B101A2381C}" dt="2022-12-12T15:57:30.505" v="1999" actId="729"/>
        <pc:sldMkLst>
          <pc:docMk/>
          <pc:sldMk cId="2442836954" sldId="273"/>
        </pc:sldMkLst>
        <pc:spChg chg="mod">
          <ac:chgData name="Alessandro Romito" userId="41e67ac5-d237-4872-b57d-0b259b8f3d1a" providerId="ADAL" clId="{D3063F48-E1F3-4F02-B308-B4B101A2381C}" dt="2022-12-12T15:56:15.012" v="1985" actId="404"/>
          <ac:spMkLst>
            <pc:docMk/>
            <pc:sldMk cId="2442836954" sldId="273"/>
            <ac:spMk id="3" creationId="{101064D0-B8B8-4055-6947-2A6F2A6739A8}"/>
          </ac:spMkLst>
        </pc:spChg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3865771387" sldId="276"/>
        </pc:sldMkLst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3382101562" sldId="277"/>
        </pc:sldMkLst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879105328" sldId="278"/>
        </pc:sldMkLst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1005665457" sldId="280"/>
        </pc:sldMkLst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3421835597" sldId="281"/>
        </pc:sldMkLst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1839004558" sldId="282"/>
        </pc:sldMkLst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1894546980" sldId="283"/>
        </pc:sldMkLst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3148855028" sldId="284"/>
        </pc:sldMkLst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1244703057" sldId="285"/>
        </pc:sldMkLst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6187270" sldId="286"/>
        </pc:sldMkLst>
      </pc:sldChg>
      <pc:sldChg chg="modSp add mod modAnim modNotesTx">
        <pc:chgData name="Alessandro Romito" userId="41e67ac5-d237-4872-b57d-0b259b8f3d1a" providerId="ADAL" clId="{D3063F48-E1F3-4F02-B308-B4B101A2381C}" dt="2022-12-13T07:25:38.426" v="2631" actId="5793"/>
        <pc:sldMkLst>
          <pc:docMk/>
          <pc:sldMk cId="771432517" sldId="287"/>
        </pc:sldMkLst>
        <pc:spChg chg="mod">
          <ac:chgData name="Alessandro Romito" userId="41e67ac5-d237-4872-b57d-0b259b8f3d1a" providerId="ADAL" clId="{D3063F48-E1F3-4F02-B308-B4B101A2381C}" dt="2022-12-13T07:25:38.426" v="2631" actId="5793"/>
          <ac:spMkLst>
            <pc:docMk/>
            <pc:sldMk cId="771432517" sldId="287"/>
            <ac:spMk id="5" creationId="{1DDBFF28-0433-1A4D-7690-084648622D6A}"/>
          </ac:spMkLst>
        </pc:spChg>
      </pc:sldChg>
      <pc:sldChg chg="addSp delSp modSp add mod modAnim modNotesTx">
        <pc:chgData name="Alessandro Romito" userId="41e67ac5-d237-4872-b57d-0b259b8f3d1a" providerId="ADAL" clId="{D3063F48-E1F3-4F02-B308-B4B101A2381C}" dt="2022-12-13T09:10:35.966" v="2927"/>
        <pc:sldMkLst>
          <pc:docMk/>
          <pc:sldMk cId="3014823136" sldId="288"/>
        </pc:sldMkLst>
        <pc:spChg chg="mod">
          <ac:chgData name="Alessandro Romito" userId="41e67ac5-d237-4872-b57d-0b259b8f3d1a" providerId="ADAL" clId="{D3063F48-E1F3-4F02-B308-B4B101A2381C}" dt="2022-12-13T07:26:41.247" v="2641" actId="20577"/>
          <ac:spMkLst>
            <pc:docMk/>
            <pc:sldMk cId="3014823136" sldId="288"/>
            <ac:spMk id="5" creationId="{1DDBFF28-0433-1A4D-7690-084648622D6A}"/>
          </ac:spMkLst>
        </pc:spChg>
        <pc:picChg chg="add del mod">
          <ac:chgData name="Alessandro Romito" userId="41e67ac5-d237-4872-b57d-0b259b8f3d1a" providerId="ADAL" clId="{D3063F48-E1F3-4F02-B308-B4B101A2381C}" dt="2022-12-12T15:41:40.009" v="1629" actId="478"/>
          <ac:picMkLst>
            <pc:docMk/>
            <pc:sldMk cId="3014823136" sldId="288"/>
            <ac:picMk id="3" creationId="{AE11485C-2435-54E4-C6E0-DCBFAB7C947D}"/>
          </ac:picMkLst>
        </pc:picChg>
        <pc:picChg chg="add mod">
          <ac:chgData name="Alessandro Romito" userId="41e67ac5-d237-4872-b57d-0b259b8f3d1a" providerId="ADAL" clId="{D3063F48-E1F3-4F02-B308-B4B101A2381C}" dt="2022-12-13T08:56:48.696" v="2771" actId="1076"/>
          <ac:picMkLst>
            <pc:docMk/>
            <pc:sldMk cId="3014823136" sldId="288"/>
            <ac:picMk id="1026" creationId="{60EA6120-BA32-F887-53D7-09B126830F41}"/>
          </ac:picMkLst>
        </pc:picChg>
        <pc:picChg chg="add del mod">
          <ac:chgData name="Alessandro Romito" userId="41e67ac5-d237-4872-b57d-0b259b8f3d1a" providerId="ADAL" clId="{D3063F48-E1F3-4F02-B308-B4B101A2381C}" dt="2022-12-13T08:55:38.027" v="2763" actId="478"/>
          <ac:picMkLst>
            <pc:docMk/>
            <pc:sldMk cId="3014823136" sldId="288"/>
            <ac:picMk id="3074" creationId="{71C123B8-80AA-EF68-0ABB-1B4D7492C464}"/>
          </ac:picMkLst>
        </pc:picChg>
      </pc:sldChg>
      <pc:sldChg chg="addSp modSp add mod ord modAnim modNotesTx">
        <pc:chgData name="Alessandro Romito" userId="41e67ac5-d237-4872-b57d-0b259b8f3d1a" providerId="ADAL" clId="{D3063F48-E1F3-4F02-B308-B4B101A2381C}" dt="2022-12-13T08:11:10.387" v="2666" actId="20577"/>
        <pc:sldMkLst>
          <pc:docMk/>
          <pc:sldMk cId="2036431246" sldId="289"/>
        </pc:sldMkLst>
        <pc:spChg chg="mod">
          <ac:chgData name="Alessandro Romito" userId="41e67ac5-d237-4872-b57d-0b259b8f3d1a" providerId="ADAL" clId="{D3063F48-E1F3-4F02-B308-B4B101A2381C}" dt="2022-12-13T08:11:10.387" v="2666" actId="20577"/>
          <ac:spMkLst>
            <pc:docMk/>
            <pc:sldMk cId="2036431246" sldId="289"/>
            <ac:spMk id="5" creationId="{1DDBFF28-0433-1A4D-7690-084648622D6A}"/>
          </ac:spMkLst>
        </pc:spChg>
        <pc:picChg chg="add mod">
          <ac:chgData name="Alessandro Romito" userId="41e67ac5-d237-4872-b57d-0b259b8f3d1a" providerId="ADAL" clId="{D3063F48-E1F3-4F02-B308-B4B101A2381C}" dt="2022-12-12T15:50:03.032" v="1952" actId="14100"/>
          <ac:picMkLst>
            <pc:docMk/>
            <pc:sldMk cId="2036431246" sldId="289"/>
            <ac:picMk id="2050" creationId="{7F5DB81C-52B1-2A14-1740-0510F3638E26}"/>
          </ac:picMkLst>
        </pc:picChg>
      </pc:sldChg>
      <pc:sldChg chg="addSp delSp modSp add mod modAnim">
        <pc:chgData name="Alessandro Romito" userId="41e67ac5-d237-4872-b57d-0b259b8f3d1a" providerId="ADAL" clId="{D3063F48-E1F3-4F02-B308-B4B101A2381C}" dt="2022-12-13T07:28:22.588" v="2663"/>
        <pc:sldMkLst>
          <pc:docMk/>
          <pc:sldMk cId="803960638" sldId="291"/>
        </pc:sldMkLst>
        <pc:spChg chg="mod">
          <ac:chgData name="Alessandro Romito" userId="41e67ac5-d237-4872-b57d-0b259b8f3d1a" providerId="ADAL" clId="{D3063F48-E1F3-4F02-B308-B4B101A2381C}" dt="2022-12-13T07:27:58.527" v="2660" actId="20577"/>
          <ac:spMkLst>
            <pc:docMk/>
            <pc:sldMk cId="803960638" sldId="291"/>
            <ac:spMk id="3" creationId="{33FEC46C-24B7-84FD-CF3E-294C2816ED4A}"/>
          </ac:spMkLst>
        </pc:spChg>
        <pc:spChg chg="mod">
          <ac:chgData name="Alessandro Romito" userId="41e67ac5-d237-4872-b57d-0b259b8f3d1a" providerId="ADAL" clId="{D3063F48-E1F3-4F02-B308-B4B101A2381C}" dt="2022-12-12T21:39:56.844" v="2385" actId="1076"/>
          <ac:spMkLst>
            <pc:docMk/>
            <pc:sldMk cId="803960638" sldId="291"/>
            <ac:spMk id="4" creationId="{74FBD6A2-B75D-723C-AE12-BC8E0FFA09CF}"/>
          </ac:spMkLst>
        </pc:spChg>
        <pc:spChg chg="add del mod">
          <ac:chgData name="Alessandro Romito" userId="41e67ac5-d237-4872-b57d-0b259b8f3d1a" providerId="ADAL" clId="{D3063F48-E1F3-4F02-B308-B4B101A2381C}" dt="2022-12-12T21:35:20.232" v="2249" actId="478"/>
          <ac:spMkLst>
            <pc:docMk/>
            <pc:sldMk cId="803960638" sldId="291"/>
            <ac:spMk id="5" creationId="{47439287-584B-4DEF-2F47-E6736BC6B650}"/>
          </ac:spMkLst>
        </pc:spChg>
        <pc:spChg chg="add mod">
          <ac:chgData name="Alessandro Romito" userId="41e67ac5-d237-4872-b57d-0b259b8f3d1a" providerId="ADAL" clId="{D3063F48-E1F3-4F02-B308-B4B101A2381C}" dt="2022-12-13T07:23:51.674" v="2619" actId="1076"/>
          <ac:spMkLst>
            <pc:docMk/>
            <pc:sldMk cId="803960638" sldId="291"/>
            <ac:spMk id="6" creationId="{D1773A50-B917-88D3-FC23-BED0C5608BB1}"/>
          </ac:spMkLst>
        </pc:spChg>
        <pc:spChg chg="add mod">
          <ac:chgData name="Alessandro Romito" userId="41e67ac5-d237-4872-b57d-0b259b8f3d1a" providerId="ADAL" clId="{D3063F48-E1F3-4F02-B308-B4B101A2381C}" dt="2022-12-13T07:23:51.674" v="2619" actId="1076"/>
          <ac:spMkLst>
            <pc:docMk/>
            <pc:sldMk cId="803960638" sldId="291"/>
            <ac:spMk id="7" creationId="{1AB8F544-ED7F-7ECF-54CC-230DA20D832C}"/>
          </ac:spMkLst>
        </pc:spChg>
        <pc:spChg chg="add mod">
          <ac:chgData name="Alessandro Romito" userId="41e67ac5-d237-4872-b57d-0b259b8f3d1a" providerId="ADAL" clId="{D3063F48-E1F3-4F02-B308-B4B101A2381C}" dt="2022-12-13T07:23:51.674" v="2619" actId="1076"/>
          <ac:spMkLst>
            <pc:docMk/>
            <pc:sldMk cId="803960638" sldId="291"/>
            <ac:spMk id="8" creationId="{C07D9C3E-F315-93E1-88ED-3B1B26D32A5A}"/>
          </ac:spMkLst>
        </pc:spChg>
        <pc:grpChg chg="add mod">
          <ac:chgData name="Alessandro Romito" userId="41e67ac5-d237-4872-b57d-0b259b8f3d1a" providerId="ADAL" clId="{D3063F48-E1F3-4F02-B308-B4B101A2381C}" dt="2022-12-13T07:23:51.674" v="2619" actId="1076"/>
          <ac:grpSpMkLst>
            <pc:docMk/>
            <pc:sldMk cId="803960638" sldId="291"/>
            <ac:grpSpMk id="9" creationId="{A136906A-11EE-D87A-F8BB-0964EBF6A510}"/>
          </ac:grpSpMkLst>
        </pc:grpChg>
        <pc:grpChg chg="add mod">
          <ac:chgData name="Alessandro Romito" userId="41e67ac5-d237-4872-b57d-0b259b8f3d1a" providerId="ADAL" clId="{D3063F48-E1F3-4F02-B308-B4B101A2381C}" dt="2022-12-13T07:23:51.674" v="2619" actId="1076"/>
          <ac:grpSpMkLst>
            <pc:docMk/>
            <pc:sldMk cId="803960638" sldId="291"/>
            <ac:grpSpMk id="10" creationId="{97345A2E-504C-FFDB-AFAB-9CB0AEE58AA0}"/>
          </ac:grpSpMkLst>
        </pc:grpChg>
        <pc:picChg chg="add mod">
          <ac:chgData name="Alessandro Romito" userId="41e67ac5-d237-4872-b57d-0b259b8f3d1a" providerId="ADAL" clId="{D3063F48-E1F3-4F02-B308-B4B101A2381C}" dt="2022-12-13T07:23:51.674" v="2619" actId="1076"/>
          <ac:picMkLst>
            <pc:docMk/>
            <pc:sldMk cId="803960638" sldId="291"/>
            <ac:picMk id="5" creationId="{57A88AF4-A491-F682-67FA-471003AA7E64}"/>
          </ac:picMkLst>
        </pc:picChg>
        <pc:picChg chg="add mod">
          <ac:chgData name="Alessandro Romito" userId="41e67ac5-d237-4872-b57d-0b259b8f3d1a" providerId="ADAL" clId="{D3063F48-E1F3-4F02-B308-B4B101A2381C}" dt="2022-12-13T07:23:51.674" v="2619" actId="1076"/>
          <ac:picMkLst>
            <pc:docMk/>
            <pc:sldMk cId="803960638" sldId="291"/>
            <ac:picMk id="4098" creationId="{D9390598-7496-89AB-8951-DF4513CA1B4A}"/>
          </ac:picMkLst>
        </pc:picChg>
        <pc:picChg chg="add mod">
          <ac:chgData name="Alessandro Romito" userId="41e67ac5-d237-4872-b57d-0b259b8f3d1a" providerId="ADAL" clId="{D3063F48-E1F3-4F02-B308-B4B101A2381C}" dt="2022-12-13T07:23:48.372" v="2618" actId="1076"/>
          <ac:picMkLst>
            <pc:docMk/>
            <pc:sldMk cId="803960638" sldId="291"/>
            <ac:picMk id="4100" creationId="{0FE6F4D8-CB39-0D7C-B7BE-F17DA9C79568}"/>
          </ac:picMkLst>
        </pc:picChg>
        <pc:cxnChg chg="del">
          <ac:chgData name="Alessandro Romito" userId="41e67ac5-d237-4872-b57d-0b259b8f3d1a" providerId="ADAL" clId="{D3063F48-E1F3-4F02-B308-B4B101A2381C}" dt="2022-12-12T15:54:59.279" v="1980" actId="478"/>
          <ac:cxnSpMkLst>
            <pc:docMk/>
            <pc:sldMk cId="803960638" sldId="291"/>
            <ac:cxnSpMk id="6" creationId="{8F1D20BB-22AB-7F36-A669-728888AF28D8}"/>
          </ac:cxnSpMkLst>
        </pc:cxnChg>
      </pc:sldChg>
      <pc:sldChg chg="addSp delSp modSp add mod modNotesTx">
        <pc:chgData name="Alessandro Romito" userId="41e67ac5-d237-4872-b57d-0b259b8f3d1a" providerId="ADAL" clId="{D3063F48-E1F3-4F02-B308-B4B101A2381C}" dt="2022-12-13T08:42:17.465" v="2761" actId="1076"/>
        <pc:sldMkLst>
          <pc:docMk/>
          <pc:sldMk cId="2331534985" sldId="292"/>
        </pc:sldMkLst>
        <pc:spChg chg="mod">
          <ac:chgData name="Alessandro Romito" userId="41e67ac5-d237-4872-b57d-0b259b8f3d1a" providerId="ADAL" clId="{D3063F48-E1F3-4F02-B308-B4B101A2381C}" dt="2022-12-13T08:42:14.246" v="2760" actId="20577"/>
          <ac:spMkLst>
            <pc:docMk/>
            <pc:sldMk cId="2331534985" sldId="292"/>
            <ac:spMk id="3" creationId="{33FEC46C-24B7-84FD-CF3E-294C2816ED4A}"/>
          </ac:spMkLst>
        </pc:spChg>
        <pc:picChg chg="add mod">
          <ac:chgData name="Alessandro Romito" userId="41e67ac5-d237-4872-b57d-0b259b8f3d1a" providerId="ADAL" clId="{D3063F48-E1F3-4F02-B308-B4B101A2381C}" dt="2022-12-13T08:42:17.465" v="2761" actId="1076"/>
          <ac:picMkLst>
            <pc:docMk/>
            <pc:sldMk cId="2331534985" sldId="292"/>
            <ac:picMk id="5" creationId="{1880DC17-8CD3-407D-6394-84470D2227CE}"/>
          </ac:picMkLst>
        </pc:picChg>
        <pc:cxnChg chg="del">
          <ac:chgData name="Alessandro Romito" userId="41e67ac5-d237-4872-b57d-0b259b8f3d1a" providerId="ADAL" clId="{D3063F48-E1F3-4F02-B308-B4B101A2381C}" dt="2022-12-12T15:55:07.002" v="1982" actId="478"/>
          <ac:cxnSpMkLst>
            <pc:docMk/>
            <pc:sldMk cId="2331534985" sldId="292"/>
            <ac:cxnSpMk id="6" creationId="{8F1D20BB-22AB-7F36-A669-728888AF28D8}"/>
          </ac:cxnSpMkLst>
        </pc:cxnChg>
      </pc:sldChg>
      <pc:sldChg chg="addSp delSp modSp add del mod">
        <pc:chgData name="Alessandro Romito" userId="41e67ac5-d237-4872-b57d-0b259b8f3d1a" providerId="ADAL" clId="{D3063F48-E1F3-4F02-B308-B4B101A2381C}" dt="2022-12-12T21:44:12.590" v="2448" actId="2696"/>
        <pc:sldMkLst>
          <pc:docMk/>
          <pc:sldMk cId="1694858241" sldId="301"/>
        </pc:sldMkLst>
        <pc:spChg chg="del">
          <ac:chgData name="Alessandro Romito" userId="41e67ac5-d237-4872-b57d-0b259b8f3d1a" providerId="ADAL" clId="{D3063F48-E1F3-4F02-B308-B4B101A2381C}" dt="2022-12-12T21:42:42.170" v="2430" actId="478"/>
          <ac:spMkLst>
            <pc:docMk/>
            <pc:sldMk cId="1694858241" sldId="301"/>
            <ac:spMk id="5" creationId="{1DDBFF28-0433-1A4D-7690-084648622D6A}"/>
          </ac:spMkLst>
        </pc:spChg>
        <pc:spChg chg="del">
          <ac:chgData name="Alessandro Romito" userId="41e67ac5-d237-4872-b57d-0b259b8f3d1a" providerId="ADAL" clId="{D3063F48-E1F3-4F02-B308-B4B101A2381C}" dt="2022-12-12T21:42:49.175" v="2432" actId="478"/>
          <ac:spMkLst>
            <pc:docMk/>
            <pc:sldMk cId="1694858241" sldId="301"/>
            <ac:spMk id="6" creationId="{2E79BE2B-04AE-BE73-6F99-F9F7B86B043C}"/>
          </ac:spMkLst>
        </pc:spChg>
        <pc:spChg chg="mod">
          <ac:chgData name="Alessandro Romito" userId="41e67ac5-d237-4872-b57d-0b259b8f3d1a" providerId="ADAL" clId="{D3063F48-E1F3-4F02-B308-B4B101A2381C}" dt="2022-12-12T21:43:40.983" v="2444" actId="1076"/>
          <ac:spMkLst>
            <pc:docMk/>
            <pc:sldMk cId="1694858241" sldId="301"/>
            <ac:spMk id="7" creationId="{0F145985-5719-AC6F-5FF8-960926498DD0}"/>
          </ac:spMkLst>
        </pc:spChg>
        <pc:spChg chg="mod">
          <ac:chgData name="Alessandro Romito" userId="41e67ac5-d237-4872-b57d-0b259b8f3d1a" providerId="ADAL" clId="{D3063F48-E1F3-4F02-B308-B4B101A2381C}" dt="2022-12-12T21:44:03.411" v="2447" actId="1076"/>
          <ac:spMkLst>
            <pc:docMk/>
            <pc:sldMk cId="1694858241" sldId="301"/>
            <ac:spMk id="8" creationId="{F1A4D3A1-4BFD-D9F3-72DF-79550EAA66D6}"/>
          </ac:spMkLst>
        </pc:spChg>
        <pc:spChg chg="mod">
          <ac:chgData name="Alessandro Romito" userId="41e67ac5-d237-4872-b57d-0b259b8f3d1a" providerId="ADAL" clId="{D3063F48-E1F3-4F02-B308-B4B101A2381C}" dt="2022-12-12T21:43:33.749" v="2441" actId="1076"/>
          <ac:spMkLst>
            <pc:docMk/>
            <pc:sldMk cId="1694858241" sldId="301"/>
            <ac:spMk id="9" creationId="{9F2A3492-309A-ABB1-056F-F8724E0FCB3A}"/>
          </ac:spMkLst>
        </pc:spChg>
        <pc:spChg chg="add del mod">
          <ac:chgData name="Alessandro Romito" userId="41e67ac5-d237-4872-b57d-0b259b8f3d1a" providerId="ADAL" clId="{D3063F48-E1F3-4F02-B308-B4B101A2381C}" dt="2022-12-12T21:42:45.958" v="2431" actId="478"/>
          <ac:spMkLst>
            <pc:docMk/>
            <pc:sldMk cId="1694858241" sldId="301"/>
            <ac:spMk id="11" creationId="{E0608B03-87EC-1BD4-7A23-7810CD16C9B9}"/>
          </ac:spMkLst>
        </pc:spChg>
        <pc:grpChg chg="add mod">
          <ac:chgData name="Alessandro Romito" userId="41e67ac5-d237-4872-b57d-0b259b8f3d1a" providerId="ADAL" clId="{D3063F48-E1F3-4F02-B308-B4B101A2381C}" dt="2022-12-12T21:43:25.246" v="2439" actId="1076"/>
          <ac:grpSpMkLst>
            <pc:docMk/>
            <pc:sldMk cId="1694858241" sldId="301"/>
            <ac:grpSpMk id="3" creationId="{FA01AE6F-F056-0060-F85A-E6D81F501339}"/>
          </ac:grpSpMkLst>
        </pc:grpChg>
        <pc:picChg chg="mod">
          <ac:chgData name="Alessandro Romito" userId="41e67ac5-d237-4872-b57d-0b259b8f3d1a" providerId="ADAL" clId="{D3063F48-E1F3-4F02-B308-B4B101A2381C}" dt="2022-12-12T21:43:25.246" v="2439" actId="1076"/>
          <ac:picMkLst>
            <pc:docMk/>
            <pc:sldMk cId="1694858241" sldId="301"/>
            <ac:picMk id="4" creationId="{8FCAABA1-9F49-4E12-B992-9C703DF23CFC}"/>
          </ac:picMkLst>
        </pc:picChg>
        <pc:picChg chg="del mod">
          <ac:chgData name="Alessandro Romito" userId="41e67ac5-d237-4872-b57d-0b259b8f3d1a" providerId="ADAL" clId="{D3063F48-E1F3-4F02-B308-B4B101A2381C}" dt="2022-12-12T21:42:31.698" v="2429" actId="478"/>
          <ac:picMkLst>
            <pc:docMk/>
            <pc:sldMk cId="1694858241" sldId="301"/>
            <ac:picMk id="1026" creationId="{191D8840-C016-48C6-7051-8A3730E1F6DE}"/>
          </ac:picMkLst>
        </pc:picChg>
        <pc:picChg chg="mod">
          <ac:chgData name="Alessandro Romito" userId="41e67ac5-d237-4872-b57d-0b259b8f3d1a" providerId="ADAL" clId="{D3063F48-E1F3-4F02-B308-B4B101A2381C}" dt="2022-12-12T21:43:01.523" v="2434" actId="14100"/>
          <ac:picMkLst>
            <pc:docMk/>
            <pc:sldMk cId="1694858241" sldId="301"/>
            <ac:picMk id="1028" creationId="{CAF6FF46-28F3-C24F-0318-E1F4B9611EB6}"/>
          </ac:picMkLst>
        </pc:picChg>
        <pc:picChg chg="mod">
          <ac:chgData name="Alessandro Romito" userId="41e67ac5-d237-4872-b57d-0b259b8f3d1a" providerId="ADAL" clId="{D3063F48-E1F3-4F02-B308-B4B101A2381C}" dt="2022-12-12T21:43:01.523" v="2434" actId="14100"/>
          <ac:picMkLst>
            <pc:docMk/>
            <pc:sldMk cId="1694858241" sldId="301"/>
            <ac:picMk id="1030" creationId="{35CC69F8-F7F8-E27F-E331-C02920B361D9}"/>
          </ac:picMkLst>
        </pc:picChg>
      </pc:sldChg>
      <pc:sldChg chg="modSp add mod">
        <pc:chgData name="Alessandro Romito" userId="41e67ac5-d237-4872-b57d-0b259b8f3d1a" providerId="ADAL" clId="{D3063F48-E1F3-4F02-B308-B4B101A2381C}" dt="2022-12-13T08:25:07.328" v="2693" actId="20577"/>
        <pc:sldMkLst>
          <pc:docMk/>
          <pc:sldMk cId="3391974680" sldId="301"/>
        </pc:sldMkLst>
        <pc:spChg chg="mod">
          <ac:chgData name="Alessandro Romito" userId="41e67ac5-d237-4872-b57d-0b259b8f3d1a" providerId="ADAL" clId="{D3063F48-E1F3-4F02-B308-B4B101A2381C}" dt="2022-12-13T08:25:07.328" v="2693" actId="20577"/>
          <ac:spMkLst>
            <pc:docMk/>
            <pc:sldMk cId="3391974680" sldId="301"/>
            <ac:spMk id="2" creationId="{00000000-0000-0000-0000-000000000000}"/>
          </ac:spMkLst>
        </pc:spChg>
      </pc:sldChg>
      <pc:sldChg chg="addSp delSp modSp add mod">
        <pc:chgData name="Alessandro Romito" userId="41e67ac5-d237-4872-b57d-0b259b8f3d1a" providerId="ADAL" clId="{D3063F48-E1F3-4F02-B308-B4B101A2381C}" dt="2022-12-13T09:09:41.530" v="2922" actId="1076"/>
        <pc:sldMkLst>
          <pc:docMk/>
          <pc:sldMk cId="3024413893" sldId="302"/>
        </pc:sldMkLst>
        <pc:spChg chg="add mod">
          <ac:chgData name="Alessandro Romito" userId="41e67ac5-d237-4872-b57d-0b259b8f3d1a" providerId="ADAL" clId="{D3063F48-E1F3-4F02-B308-B4B101A2381C}" dt="2022-12-13T09:08:28.668" v="2920"/>
          <ac:spMkLst>
            <pc:docMk/>
            <pc:sldMk cId="3024413893" sldId="302"/>
            <ac:spMk id="2" creationId="{9E048D5F-F988-A18F-4177-6F7B4CA21565}"/>
          </ac:spMkLst>
        </pc:spChg>
        <pc:spChg chg="mod">
          <ac:chgData name="Alessandro Romito" userId="41e67ac5-d237-4872-b57d-0b259b8f3d1a" providerId="ADAL" clId="{D3063F48-E1F3-4F02-B308-B4B101A2381C}" dt="2022-12-13T09:09:41.530" v="2922" actId="1076"/>
          <ac:spMkLst>
            <pc:docMk/>
            <pc:sldMk cId="3024413893" sldId="302"/>
            <ac:spMk id="4" creationId="{FDBBDE1E-5534-C1CE-18BB-7FCD94D26518}"/>
          </ac:spMkLst>
        </pc:spChg>
        <pc:spChg chg="mod">
          <ac:chgData name="Alessandro Romito" userId="41e67ac5-d237-4872-b57d-0b259b8f3d1a" providerId="ADAL" clId="{D3063F48-E1F3-4F02-B308-B4B101A2381C}" dt="2022-12-13T09:06:58.769" v="2875" actId="1076"/>
          <ac:spMkLst>
            <pc:docMk/>
            <pc:sldMk cId="3024413893" sldId="302"/>
            <ac:spMk id="9" creationId="{00000000-0000-0000-0000-000000000000}"/>
          </ac:spMkLst>
        </pc:spChg>
        <pc:spChg chg="del mod">
          <ac:chgData name="Alessandro Romito" userId="41e67ac5-d237-4872-b57d-0b259b8f3d1a" providerId="ADAL" clId="{D3063F48-E1F3-4F02-B308-B4B101A2381C}" dt="2022-12-13T09:04:09.278" v="2812" actId="478"/>
          <ac:spMkLst>
            <pc:docMk/>
            <pc:sldMk cId="3024413893" sldId="302"/>
            <ac:spMk id="132" creationId="{00000000-0000-0000-0000-000000000000}"/>
          </ac:spMkLst>
        </pc:spChg>
        <pc:spChg chg="add del mod">
          <ac:chgData name="Alessandro Romito" userId="41e67ac5-d237-4872-b57d-0b259b8f3d1a" providerId="ADAL" clId="{D3063F48-E1F3-4F02-B308-B4B101A2381C}" dt="2022-12-13T09:07:38.287" v="2892" actId="478"/>
          <ac:spMkLst>
            <pc:docMk/>
            <pc:sldMk cId="3024413893" sldId="302"/>
            <ac:spMk id="134" creationId="{A245F3A1-6210-3243-A1A2-0FE08724543C}"/>
          </ac:spMkLst>
        </pc:spChg>
        <pc:spChg chg="mod">
          <ac:chgData name="Alessandro Romito" userId="41e67ac5-d237-4872-b57d-0b259b8f3d1a" providerId="ADAL" clId="{D3063F48-E1F3-4F02-B308-B4B101A2381C}" dt="2022-12-13T09:06:50.718" v="2874" actId="164"/>
          <ac:spMkLst>
            <pc:docMk/>
            <pc:sldMk cId="3024413893" sldId="302"/>
            <ac:spMk id="1029" creationId="{6A3F5448-4877-35BD-35D6-5484BDD1EC69}"/>
          </ac:spMkLst>
        </pc:spChg>
        <pc:grpChg chg="mod">
          <ac:chgData name="Alessandro Romito" userId="41e67ac5-d237-4872-b57d-0b259b8f3d1a" providerId="ADAL" clId="{D3063F48-E1F3-4F02-B308-B4B101A2381C}" dt="2022-12-13T09:09:41.530" v="2922" actId="1076"/>
          <ac:grpSpMkLst>
            <pc:docMk/>
            <pc:sldMk cId="3024413893" sldId="302"/>
            <ac:grpSpMk id="6" creationId="{F11BF85C-C40E-8A82-3464-2A6BC4DDAAF1}"/>
          </ac:grpSpMkLst>
        </pc:grpChg>
        <pc:grpChg chg="del">
          <ac:chgData name="Alessandro Romito" userId="41e67ac5-d237-4872-b57d-0b259b8f3d1a" providerId="ADAL" clId="{D3063F48-E1F3-4F02-B308-B4B101A2381C}" dt="2022-12-13T09:04:11.217" v="2813" actId="478"/>
          <ac:grpSpMkLst>
            <pc:docMk/>
            <pc:sldMk cId="3024413893" sldId="302"/>
            <ac:grpSpMk id="10" creationId="{00000000-0000-0000-0000-000000000000}"/>
          </ac:grpSpMkLst>
        </pc:grpChg>
        <pc:grpChg chg="add mod">
          <ac:chgData name="Alessandro Romito" userId="41e67ac5-d237-4872-b57d-0b259b8f3d1a" providerId="ADAL" clId="{D3063F48-E1F3-4F02-B308-B4B101A2381C}" dt="2022-12-13T09:07:05.379" v="2877" actId="1076"/>
          <ac:grpSpMkLst>
            <pc:docMk/>
            <pc:sldMk cId="3024413893" sldId="302"/>
            <ac:grpSpMk id="133" creationId="{375D8394-046C-05D0-179B-2A82789C9D3D}"/>
          </ac:grpSpMkLst>
        </pc:grpChg>
        <pc:grpChg chg="mod">
          <ac:chgData name="Alessandro Romito" userId="41e67ac5-d237-4872-b57d-0b259b8f3d1a" providerId="ADAL" clId="{D3063F48-E1F3-4F02-B308-B4B101A2381C}" dt="2022-12-13T09:06:50.718" v="2874" actId="164"/>
          <ac:grpSpMkLst>
            <pc:docMk/>
            <pc:sldMk cId="3024413893" sldId="302"/>
            <ac:grpSpMk id="1030" creationId="{A3AA274B-BC17-8332-D151-4EB5D4E02992}"/>
          </ac:grpSpMkLst>
        </pc:grpChg>
        <pc:picChg chg="del">
          <ac:chgData name="Alessandro Romito" userId="41e67ac5-d237-4872-b57d-0b259b8f3d1a" providerId="ADAL" clId="{D3063F48-E1F3-4F02-B308-B4B101A2381C}" dt="2022-12-13T09:03:49.417" v="2808" actId="478"/>
          <ac:picMkLst>
            <pc:docMk/>
            <pc:sldMk cId="3024413893" sldId="302"/>
            <ac:picMk id="8" creationId="{00000000-0000-0000-0000-000000000000}"/>
          </ac:picMkLst>
        </pc:picChg>
        <pc:picChg chg="mod">
          <ac:chgData name="Alessandro Romito" userId="41e67ac5-d237-4872-b57d-0b259b8f3d1a" providerId="ADAL" clId="{D3063F48-E1F3-4F02-B308-B4B101A2381C}" dt="2022-12-13T09:09:41.530" v="2922" actId="1076"/>
          <ac:picMkLst>
            <pc:docMk/>
            <pc:sldMk cId="3024413893" sldId="302"/>
            <ac:picMk id="1028" creationId="{00000000-0000-0000-0000-000000000000}"/>
          </ac:picMkLst>
        </pc:picChg>
      </pc:sldChg>
      <pc:sldChg chg="delSp new del mod">
        <pc:chgData name="Alessandro Romito" userId="41e67ac5-d237-4872-b57d-0b259b8f3d1a" providerId="ADAL" clId="{D3063F48-E1F3-4F02-B308-B4B101A2381C}" dt="2022-12-13T09:03:43.647" v="2806" actId="47"/>
        <pc:sldMkLst>
          <pc:docMk/>
          <pc:sldMk cId="3574582290" sldId="302"/>
        </pc:sldMkLst>
        <pc:spChg chg="del">
          <ac:chgData name="Alessandro Romito" userId="41e67ac5-d237-4872-b57d-0b259b8f3d1a" providerId="ADAL" clId="{D3063F48-E1F3-4F02-B308-B4B101A2381C}" dt="2022-12-13T09:03:33.457" v="2804" actId="478"/>
          <ac:spMkLst>
            <pc:docMk/>
            <pc:sldMk cId="3574582290" sldId="302"/>
            <ac:spMk id="2" creationId="{957070B9-EAF4-F6D3-1FA6-EF848D0EC3CE}"/>
          </ac:spMkLst>
        </pc:spChg>
        <pc:spChg chg="del">
          <ac:chgData name="Alessandro Romito" userId="41e67ac5-d237-4872-b57d-0b259b8f3d1a" providerId="ADAL" clId="{D3063F48-E1F3-4F02-B308-B4B101A2381C}" dt="2022-12-13T09:03:35.206" v="2805" actId="478"/>
          <ac:spMkLst>
            <pc:docMk/>
            <pc:sldMk cId="3574582290" sldId="302"/>
            <ac:spMk id="3" creationId="{F76B6608-92C2-00CC-CA39-249B63B1354A}"/>
          </ac:spMkLst>
        </pc:spChg>
      </pc:sldChg>
      <pc:sldChg chg="add del">
        <pc:chgData name="Alessandro Romito" userId="41e67ac5-d237-4872-b57d-0b259b8f3d1a" providerId="ADAL" clId="{D3063F48-E1F3-4F02-B308-B4B101A2381C}" dt="2022-12-12T21:40:38.934" v="2413" actId="2696"/>
        <pc:sldMkLst>
          <pc:docMk/>
          <pc:sldMk cId="4104191835" sldId="302"/>
        </pc:sldMkLst>
      </pc:sldChg>
    </pc:docChg>
  </pc:docChgLst>
  <pc:docChgLst>
    <pc:chgData name="Marco Luca Previtera" userId="c095bb3c-b1f8-428a-8f73-50f2e596ffd0" providerId="ADAL" clId="{A718070E-2478-4489-8967-44FCC1F9CF15}"/>
    <pc:docChg chg="undo custSel addSld delSld modSld">
      <pc:chgData name="Marco Luca Previtera" userId="c095bb3c-b1f8-428a-8f73-50f2e596ffd0" providerId="ADAL" clId="{A718070E-2478-4489-8967-44FCC1F9CF15}" dt="2022-12-13T11:51:53.846" v="2561" actId="20577"/>
      <pc:docMkLst>
        <pc:docMk/>
      </pc:docMkLst>
      <pc:sldChg chg="modSp mod">
        <pc:chgData name="Marco Luca Previtera" userId="c095bb3c-b1f8-428a-8f73-50f2e596ffd0" providerId="ADAL" clId="{A718070E-2478-4489-8967-44FCC1F9CF15}" dt="2022-12-12T18:02:34.754" v="1530" actId="27636"/>
        <pc:sldMkLst>
          <pc:docMk/>
          <pc:sldMk cId="1269879673" sldId="259"/>
        </pc:sldMkLst>
        <pc:spChg chg="mod">
          <ac:chgData name="Marco Luca Previtera" userId="c095bb3c-b1f8-428a-8f73-50f2e596ffd0" providerId="ADAL" clId="{A718070E-2478-4489-8967-44FCC1F9CF15}" dt="2022-12-12T18:02:34.754" v="1530" actId="27636"/>
          <ac:spMkLst>
            <pc:docMk/>
            <pc:sldMk cId="1269879673" sldId="259"/>
            <ac:spMk id="3" creationId="{0CA3E8E9-5F02-89AC-7098-FB0C91FCE0C1}"/>
          </ac:spMkLst>
        </pc:spChg>
      </pc:sldChg>
      <pc:sldChg chg="modSp mod">
        <pc:chgData name="Marco Luca Previtera" userId="c095bb3c-b1f8-428a-8f73-50f2e596ffd0" providerId="ADAL" clId="{A718070E-2478-4489-8967-44FCC1F9CF15}" dt="2022-12-12T18:06:30.122" v="1537"/>
        <pc:sldMkLst>
          <pc:docMk/>
          <pc:sldMk cId="4264876374" sldId="266"/>
        </pc:sldMkLst>
        <pc:spChg chg="mod">
          <ac:chgData name="Marco Luca Previtera" userId="c095bb3c-b1f8-428a-8f73-50f2e596ffd0" providerId="ADAL" clId="{A718070E-2478-4489-8967-44FCC1F9CF15}" dt="2022-12-12T18:06:30.122" v="1537"/>
          <ac:spMkLst>
            <pc:docMk/>
            <pc:sldMk cId="4264876374" sldId="266"/>
            <ac:spMk id="2" creationId="{00000000-0000-0000-0000-000000000000}"/>
          </ac:spMkLst>
        </pc:spChg>
      </pc:sldChg>
      <pc:sldChg chg="addSp modSp mod">
        <pc:chgData name="Marco Luca Previtera" userId="c095bb3c-b1f8-428a-8f73-50f2e596ffd0" providerId="ADAL" clId="{A718070E-2478-4489-8967-44FCC1F9CF15}" dt="2022-12-13T11:51:53.846" v="2561" actId="20577"/>
        <pc:sldMkLst>
          <pc:docMk/>
          <pc:sldMk cId="1618797682" sldId="267"/>
        </pc:sldMkLst>
        <pc:spChg chg="mod">
          <ac:chgData name="Marco Luca Previtera" userId="c095bb3c-b1f8-428a-8f73-50f2e596ffd0" providerId="ADAL" clId="{A718070E-2478-4489-8967-44FCC1F9CF15}" dt="2022-12-13T11:51:53.846" v="2561" actId="20577"/>
          <ac:spMkLst>
            <pc:docMk/>
            <pc:sldMk cId="1618797682" sldId="267"/>
            <ac:spMk id="2" creationId="{67B80775-1CB6-B9B2-5232-7AC722C83219}"/>
          </ac:spMkLst>
        </pc:spChg>
        <pc:spChg chg="add mod">
          <ac:chgData name="Marco Luca Previtera" userId="c095bb3c-b1f8-428a-8f73-50f2e596ffd0" providerId="ADAL" clId="{A718070E-2478-4489-8967-44FCC1F9CF15}" dt="2022-12-13T09:03:09.685" v="2374" actId="20577"/>
          <ac:spMkLst>
            <pc:docMk/>
            <pc:sldMk cId="1618797682" sldId="267"/>
            <ac:spMk id="7" creationId="{557CFDF0-3239-8FD8-4A2E-D5B903947478}"/>
          </ac:spMkLst>
        </pc:spChg>
        <pc:picChg chg="add mod modCrop">
          <ac:chgData name="Marco Luca Previtera" userId="c095bb3c-b1f8-428a-8f73-50f2e596ffd0" providerId="ADAL" clId="{A718070E-2478-4489-8967-44FCC1F9CF15}" dt="2022-12-12T17:37:57.816" v="1233" actId="1038"/>
          <ac:picMkLst>
            <pc:docMk/>
            <pc:sldMk cId="1618797682" sldId="267"/>
            <ac:picMk id="6" creationId="{FA5EC0DA-1DBC-6614-CE01-0211E7886EE0}"/>
          </ac:picMkLst>
        </pc:picChg>
        <pc:picChg chg="add mod modCrop">
          <ac:chgData name="Marco Luca Previtera" userId="c095bb3c-b1f8-428a-8f73-50f2e596ffd0" providerId="ADAL" clId="{A718070E-2478-4489-8967-44FCC1F9CF15}" dt="2022-12-12T15:46:21.415" v="28" actId="1076"/>
          <ac:picMkLst>
            <pc:docMk/>
            <pc:sldMk cId="1618797682" sldId="267"/>
            <ac:picMk id="9" creationId="{C9AFBF4B-584E-931F-6287-D0B8E801435B}"/>
          </ac:picMkLst>
        </pc:picChg>
      </pc:sldChg>
      <pc:sldChg chg="modSp mod">
        <pc:chgData name="Marco Luca Previtera" userId="c095bb3c-b1f8-428a-8f73-50f2e596ffd0" providerId="ADAL" clId="{A718070E-2478-4489-8967-44FCC1F9CF15}" dt="2022-12-12T18:44:05.246" v="2366" actId="14100"/>
        <pc:sldMkLst>
          <pc:docMk/>
          <pc:sldMk cId="2616121869" sldId="268"/>
        </pc:sldMkLst>
        <pc:spChg chg="mod">
          <ac:chgData name="Marco Luca Previtera" userId="c095bb3c-b1f8-428a-8f73-50f2e596ffd0" providerId="ADAL" clId="{A718070E-2478-4489-8967-44FCC1F9CF15}" dt="2022-12-12T18:44:05.246" v="2366" actId="14100"/>
          <ac:spMkLst>
            <pc:docMk/>
            <pc:sldMk cId="2616121869" sldId="268"/>
            <ac:spMk id="3" creationId="{2408C200-4A9D-91DA-A2B5-127B8CE002AD}"/>
          </ac:spMkLst>
        </pc:spChg>
      </pc:sldChg>
      <pc:sldChg chg="modSp mod">
        <pc:chgData name="Marco Luca Previtera" userId="c095bb3c-b1f8-428a-8f73-50f2e596ffd0" providerId="ADAL" clId="{A718070E-2478-4489-8967-44FCC1F9CF15}" dt="2022-12-12T18:02:04.173" v="1528" actId="20577"/>
        <pc:sldMkLst>
          <pc:docMk/>
          <pc:sldMk cId="2007571674" sldId="271"/>
        </pc:sldMkLst>
        <pc:spChg chg="mod">
          <ac:chgData name="Marco Luca Previtera" userId="c095bb3c-b1f8-428a-8f73-50f2e596ffd0" providerId="ADAL" clId="{A718070E-2478-4489-8967-44FCC1F9CF15}" dt="2022-12-12T18:02:04.173" v="1528" actId="20577"/>
          <ac:spMkLst>
            <pc:docMk/>
            <pc:sldMk cId="2007571674" sldId="271"/>
            <ac:spMk id="3" creationId="{21631D70-B02E-3C1E-8B8C-B09FFCA72FFC}"/>
          </ac:spMkLst>
        </pc:spChg>
      </pc:sldChg>
      <pc:sldChg chg="modSp mod">
        <pc:chgData name="Marco Luca Previtera" userId="c095bb3c-b1f8-428a-8f73-50f2e596ffd0" providerId="ADAL" clId="{A718070E-2478-4489-8967-44FCC1F9CF15}" dt="2022-12-12T18:07:33.023" v="1542" actId="20577"/>
        <pc:sldMkLst>
          <pc:docMk/>
          <pc:sldMk cId="2026674314" sldId="272"/>
        </pc:sldMkLst>
        <pc:spChg chg="mod">
          <ac:chgData name="Marco Luca Previtera" userId="c095bb3c-b1f8-428a-8f73-50f2e596ffd0" providerId="ADAL" clId="{A718070E-2478-4489-8967-44FCC1F9CF15}" dt="2022-12-12T18:07:33.023" v="1542" actId="20577"/>
          <ac:spMkLst>
            <pc:docMk/>
            <pc:sldMk cId="2026674314" sldId="272"/>
            <ac:spMk id="2" creationId="{A5FB6C28-0291-4001-4AA3-068ED18995A7}"/>
          </ac:spMkLst>
        </pc:spChg>
      </pc:sldChg>
      <pc:sldChg chg="addSp delSp modSp mod">
        <pc:chgData name="Marco Luca Previtera" userId="c095bb3c-b1f8-428a-8f73-50f2e596ffd0" providerId="ADAL" clId="{A718070E-2478-4489-8967-44FCC1F9CF15}" dt="2022-12-13T11:48:49.043" v="2549" actId="20577"/>
        <pc:sldMkLst>
          <pc:docMk/>
          <pc:sldMk cId="3421835597" sldId="281"/>
        </pc:sldMkLst>
        <pc:spChg chg="mod">
          <ac:chgData name="Marco Luca Previtera" userId="c095bb3c-b1f8-428a-8f73-50f2e596ffd0" providerId="ADAL" clId="{A718070E-2478-4489-8967-44FCC1F9CF15}" dt="2022-12-12T18:38:53.230" v="2127" actId="20577"/>
          <ac:spMkLst>
            <pc:docMk/>
            <pc:sldMk cId="3421835597" sldId="281"/>
            <ac:spMk id="2" creationId="{C076B317-0A05-29B6-8F1B-EBA2C1B607BB}"/>
          </ac:spMkLst>
        </pc:spChg>
        <pc:spChg chg="del">
          <ac:chgData name="Marco Luca Previtera" userId="c095bb3c-b1f8-428a-8f73-50f2e596ffd0" providerId="ADAL" clId="{A718070E-2478-4489-8967-44FCC1F9CF15}" dt="2022-12-12T18:28:04.639" v="1556" actId="478"/>
          <ac:spMkLst>
            <pc:docMk/>
            <pc:sldMk cId="3421835597" sldId="281"/>
            <ac:spMk id="3" creationId="{727A9D6D-7BD8-E2B0-667D-6EC6CBA62303}"/>
          </ac:spMkLst>
        </pc:spChg>
        <pc:spChg chg="add mod">
          <ac:chgData name="Marco Luca Previtera" userId="c095bb3c-b1f8-428a-8f73-50f2e596ffd0" providerId="ADAL" clId="{A718070E-2478-4489-8967-44FCC1F9CF15}" dt="2022-12-13T11:48:49.043" v="2549" actId="20577"/>
          <ac:spMkLst>
            <pc:docMk/>
            <pc:sldMk cId="3421835597" sldId="281"/>
            <ac:spMk id="4" creationId="{656DDC26-9900-86AD-67F4-C10290B2C9BC}"/>
          </ac:spMkLst>
        </pc:spChg>
      </pc:sldChg>
      <pc:sldChg chg="del">
        <pc:chgData name="Marco Luca Previtera" userId="c095bb3c-b1f8-428a-8f73-50f2e596ffd0" providerId="ADAL" clId="{A718070E-2478-4489-8967-44FCC1F9CF15}" dt="2022-12-12T18:02:43.465" v="1531" actId="2696"/>
        <pc:sldMkLst>
          <pc:docMk/>
          <pc:sldMk cId="6187270" sldId="286"/>
        </pc:sldMkLst>
      </pc:sldChg>
      <pc:sldChg chg="addSp delSp modSp new mod modClrScheme chgLayout">
        <pc:chgData name="Marco Luca Previtera" userId="c095bb3c-b1f8-428a-8f73-50f2e596ffd0" providerId="ADAL" clId="{A718070E-2478-4489-8967-44FCC1F9CF15}" dt="2022-12-13T10:54:52.925" v="2462" actId="20577"/>
        <pc:sldMkLst>
          <pc:docMk/>
          <pc:sldMk cId="2106026845" sldId="290"/>
        </pc:sldMkLst>
        <pc:spChg chg="mod">
          <ac:chgData name="Marco Luca Previtera" userId="c095bb3c-b1f8-428a-8f73-50f2e596ffd0" providerId="ADAL" clId="{A718070E-2478-4489-8967-44FCC1F9CF15}" dt="2022-12-12T18:07:48.932" v="1544" actId="1076"/>
          <ac:spMkLst>
            <pc:docMk/>
            <pc:sldMk cId="2106026845" sldId="290"/>
            <ac:spMk id="2" creationId="{8BB70761-4298-4BEC-2A5D-25AAD7728B40}"/>
          </ac:spMkLst>
        </pc:spChg>
        <pc:spChg chg="add del mod">
          <ac:chgData name="Marco Luca Previtera" userId="c095bb3c-b1f8-428a-8f73-50f2e596ffd0" providerId="ADAL" clId="{A718070E-2478-4489-8967-44FCC1F9CF15}" dt="2022-12-13T10:54:52.925" v="2462" actId="20577"/>
          <ac:spMkLst>
            <pc:docMk/>
            <pc:sldMk cId="2106026845" sldId="290"/>
            <ac:spMk id="3" creationId="{7F22B595-EFB4-0B66-E52E-F7EE8F7B7444}"/>
          </ac:spMkLst>
        </pc:spChg>
        <pc:spChg chg="add del mod">
          <ac:chgData name="Marco Luca Previtera" userId="c095bb3c-b1f8-428a-8f73-50f2e596ffd0" providerId="ADAL" clId="{A718070E-2478-4489-8967-44FCC1F9CF15}" dt="2022-12-12T17:01:11.694" v="341" actId="26606"/>
          <ac:spMkLst>
            <pc:docMk/>
            <pc:sldMk cId="2106026845" sldId="290"/>
            <ac:spMk id="9" creationId="{E00504E8-EE20-FF53-3605-799688EAB55F}"/>
          </ac:spMkLst>
        </pc:spChg>
        <pc:graphicFrameChg chg="add del">
          <ac:chgData name="Marco Luca Previtera" userId="c095bb3c-b1f8-428a-8f73-50f2e596ffd0" providerId="ADAL" clId="{A718070E-2478-4489-8967-44FCC1F9CF15}" dt="2022-12-12T17:01:02.255" v="339" actId="26606"/>
          <ac:graphicFrameMkLst>
            <pc:docMk/>
            <pc:sldMk cId="2106026845" sldId="290"/>
            <ac:graphicFrameMk id="6" creationId="{C68717B8-5907-E54A-FAC4-2676BABE7A46}"/>
          </ac:graphicFrameMkLst>
        </pc:graphicFrameChg>
        <pc:graphicFrameChg chg="add del mod">
          <ac:chgData name="Marco Luca Previtera" userId="c095bb3c-b1f8-428a-8f73-50f2e596ffd0" providerId="ADAL" clId="{A718070E-2478-4489-8967-44FCC1F9CF15}" dt="2022-12-12T17:01:11.694" v="341" actId="26606"/>
          <ac:graphicFrameMkLst>
            <pc:docMk/>
            <pc:sldMk cId="2106026845" sldId="290"/>
            <ac:graphicFrameMk id="8" creationId="{F1FFDCF3-A4A4-C9CF-B8EF-E1AF90434233}"/>
          </ac:graphicFrameMkLst>
        </pc:graphicFrameChg>
        <pc:graphicFrameChg chg="add del mod">
          <ac:chgData name="Marco Luca Previtera" userId="c095bb3c-b1f8-428a-8f73-50f2e596ffd0" providerId="ADAL" clId="{A718070E-2478-4489-8967-44FCC1F9CF15}" dt="2022-12-12T17:02:21.770" v="402" actId="26606"/>
          <ac:graphicFrameMkLst>
            <pc:docMk/>
            <pc:sldMk cId="2106026845" sldId="290"/>
            <ac:graphicFrameMk id="11" creationId="{C68717B8-5907-E54A-FAC4-2676BABE7A46}"/>
          </ac:graphicFrameMkLst>
        </pc:graphicFrameChg>
        <pc:picChg chg="add del mod">
          <ac:chgData name="Marco Luca Previtera" userId="c095bb3c-b1f8-428a-8f73-50f2e596ffd0" providerId="ADAL" clId="{A718070E-2478-4489-8967-44FCC1F9CF15}" dt="2022-12-12T16:55:59.654" v="260" actId="21"/>
          <ac:picMkLst>
            <pc:docMk/>
            <pc:sldMk cId="2106026845" sldId="290"/>
            <ac:picMk id="5" creationId="{96BCFA48-75FA-326D-59EA-B7FF8F813EA3}"/>
          </ac:picMkLst>
        </pc:picChg>
        <pc:picChg chg="add mod modCrop">
          <ac:chgData name="Marco Luca Previtera" userId="c095bb3c-b1f8-428a-8f73-50f2e596ffd0" providerId="ADAL" clId="{A718070E-2478-4489-8967-44FCC1F9CF15}" dt="2022-12-12T17:25:10.948" v="1121" actId="1035"/>
          <ac:picMkLst>
            <pc:docMk/>
            <pc:sldMk cId="2106026845" sldId="290"/>
            <ac:picMk id="10" creationId="{5AAA385F-CCD8-45D4-A4AF-14586D0FC536}"/>
          </ac:picMkLst>
        </pc:picChg>
      </pc:sldChg>
      <pc:sldChg chg="modSp mod">
        <pc:chgData name="Marco Luca Previtera" userId="c095bb3c-b1f8-428a-8f73-50f2e596ffd0" providerId="ADAL" clId="{A718070E-2478-4489-8967-44FCC1F9CF15}" dt="2022-12-12T18:04:19.867" v="1532" actId="108"/>
        <pc:sldMkLst>
          <pc:docMk/>
          <pc:sldMk cId="3302428406" sldId="295"/>
        </pc:sldMkLst>
        <pc:spChg chg="mod">
          <ac:chgData name="Marco Luca Previtera" userId="c095bb3c-b1f8-428a-8f73-50f2e596ffd0" providerId="ADAL" clId="{A718070E-2478-4489-8967-44FCC1F9CF15}" dt="2022-12-12T18:04:19.867" v="1532" actId="108"/>
          <ac:spMkLst>
            <pc:docMk/>
            <pc:sldMk cId="3302428406" sldId="295"/>
            <ac:spMk id="2" creationId="{00000000-0000-0000-0000-000000000000}"/>
          </ac:spMkLst>
        </pc:spChg>
      </pc:sldChg>
      <pc:sldChg chg="addSp delSp modSp new mod">
        <pc:chgData name="Marco Luca Previtera" userId="c095bb3c-b1f8-428a-8f73-50f2e596ffd0" providerId="ADAL" clId="{A718070E-2478-4489-8967-44FCC1F9CF15}" dt="2022-12-12T16:56:39.433" v="285" actId="1036"/>
        <pc:sldMkLst>
          <pc:docMk/>
          <pc:sldMk cId="2909919900" sldId="296"/>
        </pc:sldMkLst>
        <pc:spChg chg="mod">
          <ac:chgData name="Marco Luca Previtera" userId="c095bb3c-b1f8-428a-8f73-50f2e596ffd0" providerId="ADAL" clId="{A718070E-2478-4489-8967-44FCC1F9CF15}" dt="2022-12-12T16:56:18.375" v="280" actId="20577"/>
          <ac:spMkLst>
            <pc:docMk/>
            <pc:sldMk cId="2909919900" sldId="296"/>
            <ac:spMk id="2" creationId="{C716D869-4035-FB77-2F23-B93385FE981D}"/>
          </ac:spMkLst>
        </pc:spChg>
        <pc:spChg chg="del">
          <ac:chgData name="Marco Luca Previtera" userId="c095bb3c-b1f8-428a-8f73-50f2e596ffd0" providerId="ADAL" clId="{A718070E-2478-4489-8967-44FCC1F9CF15}" dt="2022-12-12T16:56:07.204" v="264" actId="478"/>
          <ac:spMkLst>
            <pc:docMk/>
            <pc:sldMk cId="2909919900" sldId="296"/>
            <ac:spMk id="3" creationId="{8A1F4172-97C7-AC09-F2B8-EAF6A2783E4C}"/>
          </ac:spMkLst>
        </pc:spChg>
        <pc:picChg chg="add mod">
          <ac:chgData name="Marco Luca Previtera" userId="c095bb3c-b1f8-428a-8f73-50f2e596ffd0" providerId="ADAL" clId="{A718070E-2478-4489-8967-44FCC1F9CF15}" dt="2022-12-12T16:56:39.433" v="285" actId="1036"/>
          <ac:picMkLst>
            <pc:docMk/>
            <pc:sldMk cId="2909919900" sldId="296"/>
            <ac:picMk id="4" creationId="{B03A436E-4C59-FF3C-398C-E24B595A30F1}"/>
          </ac:picMkLst>
        </pc:picChg>
      </pc:sldChg>
      <pc:sldChg chg="addSp delSp modSp new mod modShow">
        <pc:chgData name="Marco Luca Previtera" userId="c095bb3c-b1f8-428a-8f73-50f2e596ffd0" providerId="ADAL" clId="{A718070E-2478-4489-8967-44FCC1F9CF15}" dt="2022-12-12T22:56:26.199" v="2367" actId="729"/>
        <pc:sldMkLst>
          <pc:docMk/>
          <pc:sldMk cId="13450822" sldId="297"/>
        </pc:sldMkLst>
        <pc:spChg chg="mod">
          <ac:chgData name="Marco Luca Previtera" userId="c095bb3c-b1f8-428a-8f73-50f2e596ffd0" providerId="ADAL" clId="{A718070E-2478-4489-8967-44FCC1F9CF15}" dt="2022-12-12T17:37:24.206" v="1182" actId="20577"/>
          <ac:spMkLst>
            <pc:docMk/>
            <pc:sldMk cId="13450822" sldId="297"/>
            <ac:spMk id="2" creationId="{784B3C72-C797-F059-3CC9-3DEC7578465F}"/>
          </ac:spMkLst>
        </pc:spChg>
        <pc:spChg chg="del">
          <ac:chgData name="Marco Luca Previtera" userId="c095bb3c-b1f8-428a-8f73-50f2e596ffd0" providerId="ADAL" clId="{A718070E-2478-4489-8967-44FCC1F9CF15}" dt="2022-12-12T17:53:17.094" v="1234" actId="22"/>
          <ac:spMkLst>
            <pc:docMk/>
            <pc:sldMk cId="13450822" sldId="297"/>
            <ac:spMk id="3" creationId="{80B12164-C7D1-46D2-D3D7-724B6C1AA06D}"/>
          </ac:spMkLst>
        </pc:spChg>
        <pc:spChg chg="add mod">
          <ac:chgData name="Marco Luca Previtera" userId="c095bb3c-b1f8-428a-8f73-50f2e596ffd0" providerId="ADAL" clId="{A718070E-2478-4489-8967-44FCC1F9CF15}" dt="2022-12-12T17:58:38.934" v="1500" actId="1036"/>
          <ac:spMkLst>
            <pc:docMk/>
            <pc:sldMk cId="13450822" sldId="297"/>
            <ac:spMk id="6" creationId="{D2AFA2EE-BCCD-9638-C00E-3C9137E27D2C}"/>
          </ac:spMkLst>
        </pc:spChg>
        <pc:spChg chg="add del mod">
          <ac:chgData name="Marco Luca Previtera" userId="c095bb3c-b1f8-428a-8f73-50f2e596ffd0" providerId="ADAL" clId="{A718070E-2478-4489-8967-44FCC1F9CF15}" dt="2022-12-12T17:55:50.884" v="1387"/>
          <ac:spMkLst>
            <pc:docMk/>
            <pc:sldMk cId="13450822" sldId="297"/>
            <ac:spMk id="7" creationId="{F0FA2C5C-FDB5-C3B4-AE95-4C8293D0B21D}"/>
          </ac:spMkLst>
        </pc:spChg>
        <pc:spChg chg="add mod">
          <ac:chgData name="Marco Luca Previtera" userId="c095bb3c-b1f8-428a-8f73-50f2e596ffd0" providerId="ADAL" clId="{A718070E-2478-4489-8967-44FCC1F9CF15}" dt="2022-12-12T17:58:35.734" v="1489" actId="1035"/>
          <ac:spMkLst>
            <pc:docMk/>
            <pc:sldMk cId="13450822" sldId="297"/>
            <ac:spMk id="8" creationId="{4C22BAE7-514D-996F-BEE0-8B0984375B4D}"/>
          </ac:spMkLst>
        </pc:spChg>
        <pc:spChg chg="add mod">
          <ac:chgData name="Marco Luca Previtera" userId="c095bb3c-b1f8-428a-8f73-50f2e596ffd0" providerId="ADAL" clId="{A718070E-2478-4489-8967-44FCC1F9CF15}" dt="2022-12-12T17:58:26.654" v="1474" actId="1036"/>
          <ac:spMkLst>
            <pc:docMk/>
            <pc:sldMk cId="13450822" sldId="297"/>
            <ac:spMk id="13" creationId="{BA7558ED-ED52-902A-201C-F1D49F078E4B}"/>
          </ac:spMkLst>
        </pc:spChg>
        <pc:spChg chg="add mod">
          <ac:chgData name="Marco Luca Previtera" userId="c095bb3c-b1f8-428a-8f73-50f2e596ffd0" providerId="ADAL" clId="{A718070E-2478-4489-8967-44FCC1F9CF15}" dt="2022-12-12T17:58:26.654" v="1474" actId="1036"/>
          <ac:spMkLst>
            <pc:docMk/>
            <pc:sldMk cId="13450822" sldId="297"/>
            <ac:spMk id="14" creationId="{9DCCEEFB-36C3-4525-21B1-DC5382CA5676}"/>
          </ac:spMkLst>
        </pc:spChg>
        <pc:picChg chg="add mod ord modCrop">
          <ac:chgData name="Marco Luca Previtera" userId="c095bb3c-b1f8-428a-8f73-50f2e596ffd0" providerId="ADAL" clId="{A718070E-2478-4489-8967-44FCC1F9CF15}" dt="2022-12-12T17:58:35.734" v="1489" actId="1035"/>
          <ac:picMkLst>
            <pc:docMk/>
            <pc:sldMk cId="13450822" sldId="297"/>
            <ac:picMk id="5" creationId="{7A9E0EA5-970D-221B-BF7A-95EF4BABE0E7}"/>
          </ac:picMkLst>
        </pc:picChg>
        <pc:picChg chg="add mod">
          <ac:chgData name="Marco Luca Previtera" userId="c095bb3c-b1f8-428a-8f73-50f2e596ffd0" providerId="ADAL" clId="{A718070E-2478-4489-8967-44FCC1F9CF15}" dt="2022-12-12T17:58:26.654" v="1474" actId="1036"/>
          <ac:picMkLst>
            <pc:docMk/>
            <pc:sldMk cId="13450822" sldId="297"/>
            <ac:picMk id="10" creationId="{08F0AF68-2529-C692-DD30-A86A8CD5ECEC}"/>
          </ac:picMkLst>
        </pc:picChg>
        <pc:picChg chg="add mod">
          <ac:chgData name="Marco Luca Previtera" userId="c095bb3c-b1f8-428a-8f73-50f2e596ffd0" providerId="ADAL" clId="{A718070E-2478-4489-8967-44FCC1F9CF15}" dt="2022-12-12T17:58:26.654" v="1474" actId="1036"/>
          <ac:picMkLst>
            <pc:docMk/>
            <pc:sldMk cId="13450822" sldId="297"/>
            <ac:picMk id="12" creationId="{4B44335F-CC27-FE6D-E6A1-79AB3D2CED67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2T10:49:30.58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24575,'0'2'0,"0"0"0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6F8EF-7372-4247-9EDF-F29B66ECA509}" type="datetimeFigureOut">
              <a:rPr lang="en-IT" smtClean="0"/>
              <a:t>12/13/2022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00D265-D5E1-A047-9A3F-48ECB7B2543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694862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0D265-D5E1-A047-9A3F-48ECB7B25432}" type="slidenum">
              <a:rPr lang="en-IT" smtClean="0"/>
              <a:t>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9838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GB 3.4 neo4j, &gt; min requirements.</a:t>
            </a:r>
          </a:p>
          <a:p>
            <a:r>
              <a:rPr lang="en-US"/>
              <a:t>Citation Score</a:t>
            </a:r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0D265-D5E1-A047-9A3F-48ECB7B25432}" type="slidenum">
              <a:rPr lang="en-IT" smtClean="0"/>
              <a:t>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7955255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Variety, volume</a:t>
            </a:r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0D265-D5E1-A047-9A3F-48ECB7B25432}" type="slidenum">
              <a:rPr lang="en-IT" smtClean="0"/>
              <a:t>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2019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Data produces data</a:t>
            </a:r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0D265-D5E1-A047-9A3F-48ECB7B25432}" type="slidenum">
              <a:rPr lang="en-IT" smtClean="0"/>
              <a:t>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0691511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Data produces data</a:t>
            </a:r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0D265-D5E1-A047-9A3F-48ECB7B25432}" type="slidenum">
              <a:rPr lang="en-IT" smtClean="0"/>
              <a:t>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224424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Omitted some links like CITE.</a:t>
            </a:r>
          </a:p>
          <a:p>
            <a:r>
              <a:rPr lang="en-US"/>
              <a:t>Publication tag contained in ... Not to specify 7 nodes every times in the match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0D265-D5E1-A047-9A3F-48ECB7B25432}" type="slidenum">
              <a:rPr lang="en-IT" smtClean="0"/>
              <a:t>20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5060090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44E58-F240-784F-9798-091271167C92}" type="slidenum">
              <a:rPr lang="en-IT" smtClean="0"/>
              <a:t>28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6851367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44E58-F240-784F-9798-091271167C92}" type="slidenum">
              <a:rPr lang="en-IT" smtClean="0"/>
              <a:t>29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9993994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0D265-D5E1-A047-9A3F-48ECB7B25432}" type="slidenum">
              <a:rPr lang="en-IT" smtClean="0"/>
              <a:t>39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165513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ttangolo 167"/>
          <p:cNvSpPr/>
          <p:nvPr userDrawn="1"/>
        </p:nvSpPr>
        <p:spPr>
          <a:xfrm>
            <a:off x="0" y="3832224"/>
            <a:ext cx="9144000" cy="3025775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69" name="Gruppo 168"/>
          <p:cNvGrpSpPr/>
          <p:nvPr userDrawn="1"/>
        </p:nvGrpSpPr>
        <p:grpSpPr>
          <a:xfrm>
            <a:off x="48007" y="3816351"/>
            <a:ext cx="9036647" cy="180000"/>
            <a:chOff x="1218340" y="275867"/>
            <a:chExt cx="17715122" cy="567843"/>
          </a:xfrm>
        </p:grpSpPr>
        <p:cxnSp>
          <p:nvCxnSpPr>
            <p:cNvPr id="170" name="Connettore 1 169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ttore 1 170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ttore 1 171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ttore 1 172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ttore 1 173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ttore 1 174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ttore 1 175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ttore 1 176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ttore 1 177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ttore 1 178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ttore 1 179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ttore 1 180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ttore 1 181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ttore 1 182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ttore 1 183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ttore 1 184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ttore 1 185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ttore 1 186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ttore 1 187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ttore 1 188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ttore 1 189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ttore 1 190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ttore 1 191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ttore 1 192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ttore 1 193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ttore 1 194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1 195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ttore 1 196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ttore 1 197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ttore 1 198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ttore 1 199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ttore 1 200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ttore 1 201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ttore 1 202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ttore 1 203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ttore 1 204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ttore 1 205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ttore 1 206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ttore 1 207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ttore 1 208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ttore 1 209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nettore 1 210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ttore 1 211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ttore 1 212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ttore 1 213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ttore 1 214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nettore 1 215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onnettore 1 216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ttore 1 217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ttore 1 218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nettore 1 219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ttore 1 220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nettore 1 221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nettore 1 222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ttore 1 223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ttore 1 224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ttore 1 225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nettore 1 226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onnettore 1 227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onnettore 1 228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onnettore 1 229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ttore 1 230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nettore 1 231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nettore 1 232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onnettore 1 233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onnettore 1 234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ttore 1 235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onnettore 1 236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ttore 1 237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onnettore 1 238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onnettore 1 239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ttore 1 240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nettore 1 241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onnettore 1 242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ttore 1 243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onnettore 1 244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ttore 1 245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Connettore 1 246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ttore 1 247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onnettore 1 248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nettore 1 249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ttore 1 250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nettore 1 251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Connettore 1 252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Connettore 1 253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nettore 1 254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Connettore 1 255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Connettore 1 256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Connettore 1 257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Connettore 1 258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Connettore 1 259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Connettore 1 260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nettore 1 261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Connettore 1 262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Connettore 1 263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Connettore 1 264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Connettore 1 265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Connettore 1 266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Connettore 1 267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Connettore 1 268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Connettore 1 269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Connettore 1 270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Connettore 1 271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Connettore 1 272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Connettore 1 273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nettore 1 274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Connettore 1 275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Connettore 1 276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Connettore 1 277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Connettore 1 278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Connettore 1 279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Connettore 1 280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onnettore 1 281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Connettore 1 282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Connettore 1 283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Connettore 1 284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Connettore 1 285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Connettore 1 286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Connettore 1 287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Connettore 1 288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41534" y="4149725"/>
            <a:ext cx="7772400" cy="96837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641534" y="5260975"/>
            <a:ext cx="7772400" cy="13335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5148126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ttangolo 252"/>
          <p:cNvSpPr/>
          <p:nvPr userDrawn="1"/>
        </p:nvSpPr>
        <p:spPr>
          <a:xfrm>
            <a:off x="0" y="1"/>
            <a:ext cx="9144000" cy="1269904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600200"/>
            <a:ext cx="8323726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29" name="Rettangolo 128"/>
          <p:cNvSpPr/>
          <p:nvPr userDrawn="1"/>
        </p:nvSpPr>
        <p:spPr>
          <a:xfrm>
            <a:off x="0" y="6126162"/>
            <a:ext cx="9144000" cy="731837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0" name="CasellaDiTesto 129"/>
          <p:cNvSpPr txBox="1"/>
          <p:nvPr userDrawn="1"/>
        </p:nvSpPr>
        <p:spPr>
          <a:xfrm>
            <a:off x="157778" y="6363505"/>
            <a:ext cx="30691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b="1">
                <a:solidFill>
                  <a:srgbClr val="FFFFFF"/>
                </a:solidFill>
                <a:latin typeface="Arial"/>
                <a:cs typeface="Arial"/>
              </a:rPr>
              <a:t>Nome Cognome</a:t>
            </a:r>
            <a:r>
              <a:rPr lang="it-IT" sz="1200" b="1" baseline="0">
                <a:solidFill>
                  <a:srgbClr val="FFFFFF"/>
                </a:solidFill>
                <a:latin typeface="Arial"/>
                <a:cs typeface="Arial"/>
              </a:rPr>
              <a:t>, </a:t>
            </a:r>
            <a:r>
              <a:rPr lang="it-IT" sz="1200" b="1" baseline="0" err="1">
                <a:solidFill>
                  <a:srgbClr val="FFFFFF"/>
                </a:solidFill>
                <a:latin typeface="Arial"/>
                <a:cs typeface="Arial"/>
              </a:rPr>
              <a:t>assoc.prof</a:t>
            </a:r>
            <a:r>
              <a:rPr lang="it-IT" sz="1200" b="1" baseline="0">
                <a:solidFill>
                  <a:srgbClr val="FFFFFF"/>
                </a:solidFill>
                <a:latin typeface="Arial"/>
                <a:cs typeface="Arial"/>
              </a:rPr>
              <a:t>. ABC </a:t>
            </a:r>
            <a:r>
              <a:rPr lang="it-IT" sz="1200" b="1" baseline="0" err="1">
                <a:solidFill>
                  <a:srgbClr val="FFFFFF"/>
                </a:solidFill>
                <a:latin typeface="Arial"/>
                <a:cs typeface="Arial"/>
              </a:rPr>
              <a:t>Dept</a:t>
            </a:r>
            <a:r>
              <a:rPr lang="it-IT" sz="1200" b="1" baseline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lang="it-IT" sz="1200" b="1">
              <a:solidFill>
                <a:srgbClr val="FFFFFF"/>
              </a:solidFill>
              <a:latin typeface="Arial"/>
              <a:cs typeface="Arial"/>
            </a:endParaRPr>
          </a:p>
        </p:txBody>
      </p:sp>
      <p:grpSp>
        <p:nvGrpSpPr>
          <p:cNvPr id="132" name="Gruppo 131"/>
          <p:cNvGrpSpPr/>
          <p:nvPr userDrawn="1"/>
        </p:nvGrpSpPr>
        <p:grpSpPr>
          <a:xfrm>
            <a:off x="48007" y="1089904"/>
            <a:ext cx="9036647" cy="180000"/>
            <a:chOff x="1218340" y="275867"/>
            <a:chExt cx="17715122" cy="567843"/>
          </a:xfrm>
        </p:grpSpPr>
        <p:cxnSp>
          <p:nvCxnSpPr>
            <p:cNvPr id="133" name="Connettore 1 132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ttore 1 133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nettore 1 134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ttore 1 135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ttore 1 136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nettore 1 137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nettore 1 138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nettore 1 139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nettore 1 140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nettore 1 141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nettore 1 142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ttore 1 143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onnettore 1 144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ttore 1 145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ttore 1 146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ttore 1 147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nettore 1 148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onnettore 1 149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onnettore 1 150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Connettore 1 151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ttore 1 152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Connettore 1 153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Connettore 1 154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ttore 1 155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ttore 1 156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ttore 1 157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nettore 1 158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ttore 1 159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nettore 1 160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nettore 1 161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ttore 1 162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ttore 1 163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nettore 1 164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nettore 1 165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nettore 1 166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nettore 1 167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nettore 1 168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ttore 1 169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ttore 1 170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ttore 1 171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ttore 1 172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ttore 1 173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ttore 1 174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ttore 1 175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ttore 1 176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ttore 1 177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ttore 1 178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ttore 1 179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ttore 1 180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ttore 1 181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ttore 1 182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ttore 1 183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ttore 1 184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ttore 1 185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ttore 1 186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ttore 1 187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ttore 1 188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ttore 1 189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ttore 1 190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ttore 1 191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ttore 1 192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ttore 1 193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ttore 1 194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1 195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ttore 1 196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ttore 1 197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ttore 1 198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ttore 1 199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ttore 1 200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ttore 1 201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ttore 1 202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ttore 1 203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ttore 1 204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ttore 1 205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ttore 1 206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ttore 1 207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ttore 1 208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ttore 1 209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nettore 1 210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ttore 1 211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ttore 1 212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ttore 1 213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ttore 1 214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nettore 1 215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onnettore 1 216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ttore 1 217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ttore 1 218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nettore 1 219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ttore 1 220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nettore 1 221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nettore 1 222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ttore 1 223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ttore 1 224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ttore 1 225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nettore 1 226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onnettore 1 227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onnettore 1 228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onnettore 1 229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ttore 1 230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nettore 1 231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nettore 1 232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onnettore 1 233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onnettore 1 234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ttore 1 235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onnettore 1 236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ttore 1 237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onnettore 1 238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onnettore 1 239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ttore 1 240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nettore 1 241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onnettore 1 242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ttore 1 243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onnettore 1 244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ttore 1 245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Connettore 1 246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ttore 1 247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onnettore 1 248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nettore 1 249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ttore 1 250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nettore 1 251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4" name="Picture 2" descr="Y:\IMMAGINE _COORDINATA_2014\PPT\modello1\loghi_PNG\03_Polimi_logotipo_bandiera-1riga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898" y="6346378"/>
            <a:ext cx="2780124" cy="28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88868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13/12/2022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19221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13/12/2022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60060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13/12/2022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09532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13/12/2022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84421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13/12/2022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59777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13/12/2022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75857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13/12/2022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80638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13/12/2022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15554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13/12/2022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3669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60917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2805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288521" y="139166"/>
            <a:ext cx="8581043" cy="8404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14345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119611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marL="0" indent="0" algn="l" defTabSz="457200" rtl="0" eaLnBrk="1" latinLnBrk="0" hangingPunct="1">
        <a:spcBef>
          <a:spcPct val="0"/>
        </a:spcBef>
        <a:buNone/>
        <a:defRPr sz="2200" b="1" kern="1200">
          <a:solidFill>
            <a:schemeClr val="bg1"/>
          </a:solidFill>
          <a:latin typeface="Arial"/>
          <a:ea typeface="+mj-ea"/>
          <a:cs typeface="Arial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Wingdings" charset="2"/>
        <a:buNone/>
        <a:defRPr sz="22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2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customXml" Target="../ink/ink1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verleaf.com/project/63515ce30659266f3659cda8" TargetMode="External"/><Relationship Id="rId2" Type="http://schemas.openxmlformats.org/officeDocument/2006/relationships/hyperlink" Target="https://github.com/alessandroromito/SMBUD-project2022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98" b="14682"/>
          <a:stretch/>
        </p:blipFill>
        <p:spPr bwMode="auto">
          <a:xfrm>
            <a:off x="0" y="-7937"/>
            <a:ext cx="9144000" cy="414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olo 4"/>
          <p:cNvSpPr>
            <a:spLocks noGrp="1"/>
          </p:cNvSpPr>
          <p:nvPr>
            <p:ph type="ctrTitle" idx="4294967295"/>
          </p:nvPr>
        </p:nvSpPr>
        <p:spPr>
          <a:xfrm>
            <a:off x="641534" y="4149725"/>
            <a:ext cx="7772400" cy="968375"/>
          </a:xfrm>
        </p:spPr>
        <p:txBody>
          <a:bodyPr>
            <a:noAutofit/>
          </a:bodyPr>
          <a:lstStyle/>
          <a:p>
            <a:pPr algn="ctr"/>
            <a:r>
              <a:rPr lang="it-IT" sz="2800"/>
              <a:t>Titolo presentazione</a:t>
            </a:r>
            <a:br>
              <a:rPr lang="it-IT" sz="2800"/>
            </a:br>
            <a:r>
              <a:rPr lang="it-IT" sz="2800"/>
              <a:t>sottotitolo</a:t>
            </a:r>
          </a:p>
        </p:txBody>
      </p:sp>
      <p:sp>
        <p:nvSpPr>
          <p:cNvPr id="11" name="Sottotitolo 10"/>
          <p:cNvSpPr>
            <a:spLocks noGrp="1"/>
          </p:cNvSpPr>
          <p:nvPr>
            <p:ph type="subTitle" idx="4294967295"/>
          </p:nvPr>
        </p:nvSpPr>
        <p:spPr>
          <a:xfrm>
            <a:off x="641534" y="5118100"/>
            <a:ext cx="7772400" cy="1333500"/>
          </a:xfrm>
        </p:spPr>
        <p:txBody>
          <a:bodyPr>
            <a:normAutofit/>
          </a:bodyPr>
          <a:lstStyle/>
          <a:p>
            <a:pPr algn="ctr"/>
            <a:r>
              <a:rPr lang="it-IT" b="1">
                <a:solidFill>
                  <a:schemeClr val="bg1"/>
                </a:solidFill>
              </a:rPr>
              <a:t>Milano, XX mese 20XX</a:t>
            </a:r>
          </a:p>
          <a:p>
            <a:endParaRPr lang="it-IT"/>
          </a:p>
        </p:txBody>
      </p:sp>
      <p:sp>
        <p:nvSpPr>
          <p:cNvPr id="9" name="Rettangolo 8"/>
          <p:cNvSpPr/>
          <p:nvPr/>
        </p:nvSpPr>
        <p:spPr>
          <a:xfrm>
            <a:off x="3719" y="3860263"/>
            <a:ext cx="9144000" cy="3025776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0" name="Gruppo 9"/>
          <p:cNvGrpSpPr/>
          <p:nvPr/>
        </p:nvGrpSpPr>
        <p:grpSpPr>
          <a:xfrm>
            <a:off x="48007" y="3816351"/>
            <a:ext cx="9036647" cy="180000"/>
            <a:chOff x="1218340" y="275867"/>
            <a:chExt cx="17715122" cy="567843"/>
          </a:xfrm>
        </p:grpSpPr>
        <p:cxnSp>
          <p:nvCxnSpPr>
            <p:cNvPr id="12" name="Connettore 1 11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ttore 1 12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ttore 1 13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ttore 1 14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ttore 1 15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ttore 1 16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1 17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1 18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ttore 1 19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ttore 1 20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ttore 1 21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ttore 1 22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ttore 1 23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ttore 1 24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1 25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1 26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1 27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ttore 1 28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ttore 1 29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ttore 1 30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1 31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ttore 1 32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ttore 1 33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ttore 1 34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ttore 1 35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ttore 1 36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ttore 1 37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ttore 1 38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ttore 1 39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ttore 1 40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ttore 1 41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ttore 1 42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ttore 1 43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ttore 1 44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ttore 1 45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ttore 1 46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ttore 1 47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ttore 1 48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ttore 1 49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ttore 1 50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ttore 1 51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ttore 1 52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ttore 1 53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ttore 1 54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ttore 1 55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ttore 1 56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ttore 1 57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ttore 1 58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ttore 1 59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ttore 1 60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ttore 1 61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ttore 1 62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ttore 1 63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ttore 1 64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ttore 1 65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ttore 1 66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ttore 1 67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ttore 1 68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ttore 1 69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ttore 1 70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ttore 1 71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ttore 1 72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ttore 1 73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ttore 1 74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ttore 1 75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ttore 1 76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ttore 1 77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ttore 1 78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ttore 1 79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ttore 1 80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ttore 1 81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ttore 1 82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ttore 1 83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ttore 1 84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ttore 1 85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ttore 1 86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ttore 1 87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ttore 1 88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ttore 1 89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ttore 1 90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ttore 1 91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ttore 1 92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ttore 1 93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ttore 1 94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ttore 1 95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ttore 1 96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ttore 1 97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ttore 1 98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ttore 1 99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ttore 1 100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ttore 1 101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ttore 1 102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ttore 1 103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ttore 1 104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ttore 1 105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ttore 1 106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ttore 1 107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ttore 1 108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ttore 1 109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ttore 1 110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ttore 1 111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ttore 1 112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nettore 1 113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ttore 1 114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ttore 1 115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ttore 1 116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ttore 1 117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ttore 1 118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ttore 1 119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ttore 1 120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ttore 1 121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ttore 1 122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ttore 1 123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ttore 1 124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ttore 1 125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ttore 1 126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nettore 1 127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Connettore 1 128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Connettore 1 129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ttore 1 130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Titolo 1"/>
          <p:cNvSpPr txBox="1">
            <a:spLocks/>
          </p:cNvSpPr>
          <p:nvPr/>
        </p:nvSpPr>
        <p:spPr>
          <a:xfrm>
            <a:off x="645542" y="4112783"/>
            <a:ext cx="7852915" cy="124674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4572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it-IT"/>
              <a:t>System and Methods for Big and </a:t>
            </a:r>
            <a:r>
              <a:rPr lang="it-IT" err="1"/>
              <a:t>Unstructured</a:t>
            </a:r>
            <a:r>
              <a:rPr lang="it-IT"/>
              <a:t> Data Project</a:t>
            </a:r>
          </a:p>
          <a:p>
            <a:endParaRPr lang="it-IT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F1EFCE-C560-A11D-2BF0-3ADA836E4D2A}"/>
              </a:ext>
            </a:extLst>
          </p:cNvPr>
          <p:cNvSpPr txBox="1"/>
          <p:nvPr/>
        </p:nvSpPr>
        <p:spPr>
          <a:xfrm>
            <a:off x="6629465" y="6147375"/>
            <a:ext cx="24814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400">
                <a:solidFill>
                  <a:schemeClr val="bg1"/>
                </a:solidFill>
                <a:cs typeface="Arial"/>
              </a:rPr>
              <a:t>Professors:</a:t>
            </a:r>
          </a:p>
          <a:p>
            <a:pPr algn="r"/>
            <a:r>
              <a:rPr lang="en-GB" sz="1400">
                <a:solidFill>
                  <a:schemeClr val="bg1"/>
                </a:solidFill>
                <a:cs typeface="Arial"/>
              </a:rPr>
              <a:t>Prof. Marco Brambilla</a:t>
            </a:r>
          </a:p>
          <a:p>
            <a:pPr algn="r"/>
            <a:r>
              <a:rPr lang="en-GB" sz="1400" err="1">
                <a:solidFill>
                  <a:schemeClr val="bg1"/>
                </a:solidFill>
                <a:cs typeface="Arial"/>
              </a:rPr>
              <a:t>Dr.</a:t>
            </a:r>
            <a:r>
              <a:rPr lang="en-GB" sz="1400">
                <a:solidFill>
                  <a:schemeClr val="bg1"/>
                </a:solidFill>
                <a:cs typeface="Arial"/>
              </a:rPr>
              <a:t> Andrea </a:t>
            </a:r>
            <a:r>
              <a:rPr lang="en-GB" sz="1400" err="1">
                <a:solidFill>
                  <a:schemeClr val="bg1"/>
                </a:solidFill>
                <a:cs typeface="Arial"/>
              </a:rPr>
              <a:t>Tocchetti</a:t>
            </a:r>
            <a:endParaRPr lang="en-GB" sz="1400">
              <a:solidFill>
                <a:schemeClr val="bg1"/>
              </a:solidFill>
              <a:cs typeface="Arial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1BF85C-C40E-8A82-3464-2A6BC4DDAAF1}"/>
              </a:ext>
            </a:extLst>
          </p:cNvPr>
          <p:cNvGrpSpPr/>
          <p:nvPr/>
        </p:nvGrpSpPr>
        <p:grpSpPr>
          <a:xfrm>
            <a:off x="70346" y="5162012"/>
            <a:ext cx="1670647" cy="1657714"/>
            <a:chOff x="90724" y="4974096"/>
            <a:chExt cx="2133600" cy="2074143"/>
          </a:xfrm>
        </p:grpSpPr>
        <p:pic>
          <p:nvPicPr>
            <p:cNvPr id="1028" name="Picture 4" descr="Y:\IMMAGINE _COORDINATA_2014\LOGO_UFFICIALE\01_Polimi_centrato\eps\01_Polimi_centrato_COL_negativo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724" y="4974096"/>
              <a:ext cx="2133600" cy="15731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DBBDE1E-5534-C1CE-18BB-7FCD94D26518}"/>
                </a:ext>
              </a:extLst>
            </p:cNvPr>
            <p:cNvSpPr txBox="1">
              <a:spLocks/>
            </p:cNvSpPr>
            <p:nvPr/>
          </p:nvSpPr>
          <p:spPr>
            <a:xfrm>
              <a:off x="415572" y="6609772"/>
              <a:ext cx="1436082" cy="4384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  <a:cs typeface="Arial"/>
                </a:rPr>
                <a:t>2022 - 2023</a:t>
              </a:r>
              <a:endParaRPr lang="it-IT" sz="1400">
                <a:solidFill>
                  <a:schemeClr val="bg1"/>
                </a:solidFill>
                <a:cs typeface="Arial"/>
              </a:endParaRPr>
            </a:p>
          </p:txBody>
        </p:sp>
      </p:grp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A3AA274B-BC17-8332-D151-4EB5D4E02992}"/>
              </a:ext>
            </a:extLst>
          </p:cNvPr>
          <p:cNvGrpSpPr/>
          <p:nvPr/>
        </p:nvGrpSpPr>
        <p:grpSpPr>
          <a:xfrm>
            <a:off x="2174282" y="5868124"/>
            <a:ext cx="4784122" cy="934412"/>
            <a:chOff x="2629913" y="5940398"/>
            <a:chExt cx="4784122" cy="93441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EFB7BBD-C9C6-8208-2739-FD244437F432}"/>
                </a:ext>
              </a:extLst>
            </p:cNvPr>
            <p:cNvSpPr txBox="1"/>
            <p:nvPr/>
          </p:nvSpPr>
          <p:spPr>
            <a:xfrm>
              <a:off x="2629913" y="5940446"/>
              <a:ext cx="15187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>
                  <a:solidFill>
                    <a:schemeClr val="bg1"/>
                  </a:solidFill>
                  <a:latin typeface="Arial"/>
                  <a:cs typeface="Arial"/>
                </a:rPr>
                <a:t>Francesco Riccardi</a:t>
              </a:r>
            </a:p>
            <a:p>
              <a:pPr algn="ctr"/>
              <a:r>
                <a:rPr lang="en-US" sz="1200">
                  <a:solidFill>
                    <a:schemeClr val="bg1"/>
                  </a:solidFill>
                  <a:latin typeface="Arial"/>
                  <a:cs typeface="Arial"/>
                </a:rPr>
                <a:t>10651584</a:t>
              </a:r>
              <a:endParaRPr lang="it-IT" sz="120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1024" name="TextBox 1023">
              <a:extLst>
                <a:ext uri="{FF2B5EF4-FFF2-40B4-BE49-F238E27FC236}">
                  <a16:creationId xmlns:a16="http://schemas.microsoft.com/office/drawing/2014/main" id="{2C2CA44E-A7C1-6669-1254-A29432AA8CE4}"/>
                </a:ext>
              </a:extLst>
            </p:cNvPr>
            <p:cNvSpPr txBox="1"/>
            <p:nvPr/>
          </p:nvSpPr>
          <p:spPr>
            <a:xfrm>
              <a:off x="4186651" y="5940445"/>
              <a:ext cx="15187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>
                  <a:solidFill>
                    <a:schemeClr val="bg1"/>
                  </a:solidFill>
                  <a:latin typeface="Arial"/>
                  <a:cs typeface="Arial"/>
                </a:rPr>
                <a:t>Alessandro Romito</a:t>
              </a:r>
            </a:p>
            <a:p>
              <a:pPr algn="ctr"/>
              <a:r>
                <a:rPr lang="en-US" sz="1200">
                  <a:solidFill>
                    <a:schemeClr val="bg1"/>
                  </a:solidFill>
                  <a:latin typeface="Arial"/>
                  <a:cs typeface="Arial"/>
                </a:rPr>
                <a:t>10661916</a:t>
              </a:r>
              <a:endParaRPr lang="it-IT" sz="120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0F08EDFB-BA1C-7609-AE67-83104152FD99}"/>
                </a:ext>
              </a:extLst>
            </p:cNvPr>
            <p:cNvSpPr txBox="1"/>
            <p:nvPr/>
          </p:nvSpPr>
          <p:spPr>
            <a:xfrm>
              <a:off x="5743388" y="5940398"/>
              <a:ext cx="16706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>
                  <a:solidFill>
                    <a:schemeClr val="bg1"/>
                  </a:solidFill>
                  <a:latin typeface="Arial"/>
                  <a:cs typeface="Arial"/>
                </a:rPr>
                <a:t>Marco Luca Previtera</a:t>
              </a:r>
            </a:p>
            <a:p>
              <a:pPr algn="ctr"/>
              <a:r>
                <a:rPr lang="it-IT" sz="1200">
                  <a:solidFill>
                    <a:schemeClr val="bg1"/>
                  </a:solidFill>
                  <a:latin typeface="Arial"/>
                  <a:cs typeface="Arial"/>
                </a:rPr>
                <a:t>10682248</a:t>
              </a:r>
            </a:p>
          </p:txBody>
        </p:sp>
        <p:sp>
          <p:nvSpPr>
            <p:cNvPr id="1026" name="TextBox 1025">
              <a:extLst>
                <a:ext uri="{FF2B5EF4-FFF2-40B4-BE49-F238E27FC236}">
                  <a16:creationId xmlns:a16="http://schemas.microsoft.com/office/drawing/2014/main" id="{E0BFFD12-EACB-89D4-74EF-219A41F7221F}"/>
                </a:ext>
              </a:extLst>
            </p:cNvPr>
            <p:cNvSpPr txBox="1"/>
            <p:nvPr/>
          </p:nvSpPr>
          <p:spPr>
            <a:xfrm>
              <a:off x="3408282" y="6408111"/>
              <a:ext cx="15187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>
                  <a:solidFill>
                    <a:schemeClr val="bg1"/>
                  </a:solidFill>
                  <a:latin typeface="Arial"/>
                  <a:cs typeface="Arial"/>
                </a:rPr>
                <a:t>Simone Lo Gatto</a:t>
              </a:r>
            </a:p>
            <a:p>
              <a:pPr algn="ctr"/>
              <a:r>
                <a:rPr lang="en-US" sz="1200">
                  <a:solidFill>
                    <a:schemeClr val="bg1"/>
                  </a:solidFill>
                  <a:latin typeface="Arial"/>
                  <a:cs typeface="Arial"/>
                </a:rPr>
                <a:t>10736180</a:t>
              </a:r>
              <a:endParaRPr lang="it-IT" sz="120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469A9D7B-5AA6-1F40-9370-2EB550176CF2}"/>
                </a:ext>
              </a:extLst>
            </p:cNvPr>
            <p:cNvSpPr txBox="1"/>
            <p:nvPr/>
          </p:nvSpPr>
          <p:spPr>
            <a:xfrm>
              <a:off x="4965020" y="6413145"/>
              <a:ext cx="15187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>
                  <a:solidFill>
                    <a:schemeClr val="bg1"/>
                  </a:solidFill>
                  <a:latin typeface="Arial"/>
                  <a:cs typeface="Arial"/>
                </a:rPr>
                <a:t>Lorenzo Ferretti</a:t>
              </a:r>
            </a:p>
            <a:p>
              <a:pPr algn="ctr"/>
              <a:r>
                <a:rPr lang="en-US" sz="1200">
                  <a:solidFill>
                    <a:schemeClr val="bg1"/>
                  </a:solidFill>
                  <a:latin typeface="Arial"/>
                  <a:cs typeface="Arial"/>
                </a:rPr>
                <a:t>10713719</a:t>
              </a:r>
            </a:p>
          </p:txBody>
        </p:sp>
      </p:grpSp>
      <p:sp>
        <p:nvSpPr>
          <p:cNvPr id="1029" name="TextBox 1028">
            <a:extLst>
              <a:ext uri="{FF2B5EF4-FFF2-40B4-BE49-F238E27FC236}">
                <a16:creationId xmlns:a16="http://schemas.microsoft.com/office/drawing/2014/main" id="{6A3F5448-4877-35BD-35D6-5484BDD1EC69}"/>
              </a:ext>
            </a:extLst>
          </p:cNvPr>
          <p:cNvSpPr txBox="1"/>
          <p:nvPr/>
        </p:nvSpPr>
        <p:spPr>
          <a:xfrm>
            <a:off x="3616260" y="5244011"/>
            <a:ext cx="19187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latin typeface="Arial"/>
                <a:cs typeface="Arial"/>
              </a:rPr>
              <a:t>Group 09</a:t>
            </a:r>
          </a:p>
        </p:txBody>
      </p:sp>
    </p:spTree>
    <p:extLst>
      <p:ext uri="{BB962C8B-B14F-4D97-AF65-F5344CB8AC3E}">
        <p14:creationId xmlns:p14="http://schemas.microsoft.com/office/powerpoint/2010/main" val="17511125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/>
          <p:cNvSpPr>
            <a:spLocks noGrp="1"/>
          </p:cNvSpPr>
          <p:nvPr>
            <p:ph type="ctrTitle" idx="4294967295"/>
          </p:nvPr>
        </p:nvSpPr>
        <p:spPr>
          <a:xfrm>
            <a:off x="641534" y="4149725"/>
            <a:ext cx="7772400" cy="968375"/>
          </a:xfrm>
        </p:spPr>
        <p:txBody>
          <a:bodyPr>
            <a:noAutofit/>
          </a:bodyPr>
          <a:lstStyle/>
          <a:p>
            <a:pPr algn="ctr"/>
            <a:r>
              <a:rPr lang="it-IT" sz="2800"/>
              <a:t>Firma convenzione </a:t>
            </a:r>
            <a:br>
              <a:rPr lang="it-IT" sz="2800"/>
            </a:br>
            <a:r>
              <a:rPr lang="it-IT" sz="2800"/>
              <a:t>Politecnico di Milano e Veneranda Fabbrica del Duomo di Milano</a:t>
            </a:r>
          </a:p>
        </p:txBody>
      </p:sp>
      <p:sp>
        <p:nvSpPr>
          <p:cNvPr id="11" name="Sottotitolo 10"/>
          <p:cNvSpPr>
            <a:spLocks noGrp="1"/>
          </p:cNvSpPr>
          <p:nvPr>
            <p:ph type="subTitle" idx="4294967295"/>
          </p:nvPr>
        </p:nvSpPr>
        <p:spPr>
          <a:xfrm>
            <a:off x="641534" y="5743574"/>
            <a:ext cx="7772400" cy="708025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it-IT" b="1">
                <a:solidFill>
                  <a:schemeClr val="bg1"/>
                </a:solidFill>
              </a:rPr>
              <a:t>Aula Magna – Rettorato</a:t>
            </a:r>
          </a:p>
          <a:p>
            <a:pPr algn="ctr"/>
            <a:r>
              <a:rPr lang="it-IT" b="1">
                <a:solidFill>
                  <a:schemeClr val="bg1"/>
                </a:solidFill>
              </a:rPr>
              <a:t>Mercoledì 27 maggio 2015</a:t>
            </a:r>
          </a:p>
          <a:p>
            <a:endParaRPr lang="it-IT"/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836" y="1663827"/>
            <a:ext cx="3084576" cy="1301496"/>
          </a:xfrm>
          <a:prstGeom prst="rect">
            <a:avLst/>
          </a:prstGeom>
        </p:spPr>
      </p:pic>
      <p:sp>
        <p:nvSpPr>
          <p:cNvPr id="7" name="Rettangolo 6"/>
          <p:cNvSpPr/>
          <p:nvPr/>
        </p:nvSpPr>
        <p:spPr>
          <a:xfrm>
            <a:off x="0" y="3832224"/>
            <a:ext cx="9144000" cy="3025776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8" name="Gruppo 7"/>
          <p:cNvGrpSpPr/>
          <p:nvPr/>
        </p:nvGrpSpPr>
        <p:grpSpPr>
          <a:xfrm>
            <a:off x="48007" y="3816351"/>
            <a:ext cx="9036647" cy="180000"/>
            <a:chOff x="1218340" y="275867"/>
            <a:chExt cx="17715122" cy="567843"/>
          </a:xfrm>
        </p:grpSpPr>
        <p:cxnSp>
          <p:nvCxnSpPr>
            <p:cNvPr id="9" name="Connettore 1 8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ttore 1 9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ttore 1 11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ttore 1 12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ttore 1 13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ttore 1 14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ttore 1 15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ttore 1 16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1 17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1 18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ttore 1 19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ttore 1 20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ttore 1 21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ttore 1 22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ttore 1 23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ttore 1 24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1 25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1 26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1 27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ttore 1 28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ttore 1 29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ttore 1 30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1 31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ttore 1 32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ttore 1 33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ttore 1 34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ttore 1 35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ttore 1 36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ttore 1 37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ttore 1 38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ttore 1 39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ttore 1 40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ttore 1 41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ttore 1 42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ttore 1 43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ttore 1 44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ttore 1 45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ttore 1 46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ttore 1 47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ttore 1 48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ttore 1 49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ttore 1 50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ttore 1 51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ttore 1 52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ttore 1 53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ttore 1 54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ttore 1 55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ttore 1 56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ttore 1 57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ttore 1 58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ttore 1 59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ttore 1 60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ttore 1 61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ttore 1 62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ttore 1 63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ttore 1 64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ttore 1 65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ttore 1 66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ttore 1 67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ttore 1 68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ttore 1 69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ttore 1 70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ttore 1 71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ttore 1 72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ttore 1 73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ttore 1 74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ttore 1 75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ttore 1 76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ttore 1 77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ttore 1 78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ttore 1 79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ttore 1 80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ttore 1 81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ttore 1 82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ttore 1 83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ttore 1 84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ttore 1 85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ttore 1 86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ttore 1 87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ttore 1 88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ttore 1 89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ttore 1 90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ttore 1 91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ttore 1 92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ttore 1 93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ttore 1 94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ttore 1 95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ttore 1 96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ttore 1 97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ttore 1 98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ttore 1 99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ttore 1 100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ttore 1 101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ttore 1 102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ttore 1 103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ttore 1 104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ttore 1 105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ttore 1 106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ttore 1 107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ttore 1 108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ttore 1 109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ttore 1 110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ttore 1 111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ttore 1 112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nettore 1 113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ttore 1 114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ttore 1 115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ttore 1 116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ttore 1 117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ttore 1 118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ttore 1 119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ttore 1 120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ttore 1 121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ttore 1 122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ttore 1 123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ttore 1 124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ttore 1 125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ttore 1 126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nettore 1 127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Connettore 1 128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Titolo 1"/>
          <p:cNvSpPr txBox="1">
            <a:spLocks/>
          </p:cNvSpPr>
          <p:nvPr/>
        </p:nvSpPr>
        <p:spPr>
          <a:xfrm>
            <a:off x="641534" y="4149725"/>
            <a:ext cx="7772400" cy="968375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131" name="Sottotitolo 2"/>
          <p:cNvSpPr txBox="1">
            <a:spLocks/>
          </p:cNvSpPr>
          <p:nvPr/>
        </p:nvSpPr>
        <p:spPr>
          <a:xfrm>
            <a:off x="641534" y="5118100"/>
            <a:ext cx="7772400" cy="133350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Wingdings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>
                <a:solidFill>
                  <a:schemeClr val="bg1"/>
                </a:solidFill>
              </a:rPr>
              <a:t>Fare clic per modificare lo stile del sottotitolo dello schema</a:t>
            </a:r>
          </a:p>
        </p:txBody>
      </p:sp>
      <p:sp>
        <p:nvSpPr>
          <p:cNvPr id="2" name="CasellaDiTesto 1"/>
          <p:cNvSpPr txBox="1"/>
          <p:nvPr/>
        </p:nvSpPr>
        <p:spPr>
          <a:xfrm>
            <a:off x="4908066" y="2047875"/>
            <a:ext cx="2885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Inserimento secondo logo</a:t>
            </a:r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94958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01_Polimi_centrato_COL_positivo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0" y="1721149"/>
            <a:ext cx="2730901" cy="2126951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it-IT" err="1"/>
              <a:t>Introduction</a:t>
            </a:r>
            <a:r>
              <a:rPr lang="it-IT"/>
              <a:t> to the project</a:t>
            </a:r>
          </a:p>
        </p:txBody>
      </p:sp>
    </p:spTree>
    <p:extLst>
      <p:ext uri="{BB962C8B-B14F-4D97-AF65-F5344CB8AC3E}">
        <p14:creationId xmlns:p14="http://schemas.microsoft.com/office/powerpoint/2010/main" val="4982708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Introduction to the project</a:t>
            </a:r>
            <a:endParaRPr lang="it-IT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DBFF28-0433-1A4D-7690-084648622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521" y="1341408"/>
            <a:ext cx="8323726" cy="123384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T"/>
              <a:t>The aim of the project is to show that </a:t>
            </a:r>
            <a:r>
              <a:rPr lang="en-US"/>
              <a:t>our group is</a:t>
            </a:r>
            <a:r>
              <a:rPr lang="en-IT"/>
              <a:t> are able to manage a </a:t>
            </a:r>
            <a:r>
              <a:rPr lang="en-IT" b="1"/>
              <a:t>very large quantitative of data</a:t>
            </a:r>
            <a:r>
              <a:rPr lang="en-IT"/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D8EC82-8325-EFCF-65E7-31D22DBE0539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2E79BE2B-04AE-BE73-6F99-F9F7B86B043C}"/>
              </a:ext>
            </a:extLst>
          </p:cNvPr>
          <p:cNvSpPr txBox="1">
            <a:spLocks/>
          </p:cNvSpPr>
          <p:nvPr/>
        </p:nvSpPr>
        <p:spPr>
          <a:xfrm>
            <a:off x="3463670" y="2397524"/>
            <a:ext cx="2230744" cy="524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Wingdings" charset="2"/>
              <a:buNone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Delivery requests:</a:t>
            </a:r>
            <a:endParaRPr lang="en-IT"/>
          </a:p>
        </p:txBody>
      </p:sp>
      <p:pic>
        <p:nvPicPr>
          <p:cNvPr id="1026" name="Picture 2" descr="A Beginner's Guide to Apache Spark | by Dilyan Kovachev | Towards Data  Science">
            <a:extLst>
              <a:ext uri="{FF2B5EF4-FFF2-40B4-BE49-F238E27FC236}">
                <a16:creationId xmlns:a16="http://schemas.microsoft.com/office/drawing/2014/main" id="{191D8840-C016-48C6-7051-8A3730E1F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9290" y="2937091"/>
            <a:ext cx="2677794" cy="1392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eo4j - Wikipedia">
            <a:extLst>
              <a:ext uri="{FF2B5EF4-FFF2-40B4-BE49-F238E27FC236}">
                <a16:creationId xmlns:a16="http://schemas.microsoft.com/office/drawing/2014/main" id="{CAF6FF46-28F3-C24F-0318-E1F4B9611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916" y="3429000"/>
            <a:ext cx="2046293" cy="767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5CC69F8-F7F8-E27F-E331-C02920B36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252" y="4901813"/>
            <a:ext cx="3872835" cy="1044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36496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Introduction to the project</a:t>
            </a:r>
            <a:endParaRPr lang="it-IT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DBFF28-0433-1A4D-7690-084648622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521" y="1660849"/>
            <a:ext cx="8323726" cy="4394718"/>
          </a:xfrm>
        </p:spPr>
        <p:txBody>
          <a:bodyPr>
            <a:normAutofit/>
          </a:bodyPr>
          <a:lstStyle/>
          <a:p>
            <a:r>
              <a:rPr lang="en-GB"/>
              <a:t>Our Goals: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Collecting and storing large volumes of data in relation to effectiveness for queries quality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Cleaning and preprocessing the data to ensure it is of high quality and ready for analysis</a:t>
            </a:r>
            <a:endParaRPr lang="en-GB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Computing efficiency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/>
          </a:p>
          <a:p>
            <a:pPr marL="1085850" lvl="1" indent="-342900">
              <a:buFont typeface="Arial" panose="020B0604020202020204" pitchFamily="34" charset="0"/>
              <a:buChar char="•"/>
            </a:pPr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D8EC82-8325-EFCF-65E7-31D22DBE0539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2050" name="Picture 2" descr="Goals based investing - Identifying your needs and setting your goals">
            <a:extLst>
              <a:ext uri="{FF2B5EF4-FFF2-40B4-BE49-F238E27FC236}">
                <a16:creationId xmlns:a16="http://schemas.microsoft.com/office/drawing/2014/main" id="{7F5DB81C-52B1-2A14-1740-0510F3638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679" y="3704252"/>
            <a:ext cx="2480799" cy="2480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64312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Introduction to the project</a:t>
            </a:r>
            <a:endParaRPr lang="it-IT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DBFF28-0433-1A4D-7690-084648622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521" y="1660849"/>
            <a:ext cx="8323726" cy="4394718"/>
          </a:xfrm>
        </p:spPr>
        <p:txBody>
          <a:bodyPr>
            <a:normAutofit/>
          </a:bodyPr>
          <a:lstStyle/>
          <a:p>
            <a:r>
              <a:rPr lang="en-GB"/>
              <a:t>The chosen Dataset is the DBLP computer science bibliography.</a:t>
            </a:r>
          </a:p>
          <a:p>
            <a:r>
              <a:rPr lang="en-GB"/>
              <a:t>	</a:t>
            </a:r>
          </a:p>
          <a:p>
            <a:r>
              <a:rPr lang="en-GB"/>
              <a:t>	Main characteristics: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GB"/>
              <a:t>On-line reference for bibliographic information on major </a:t>
            </a:r>
            <a:r>
              <a:rPr lang="en-GB" b="1"/>
              <a:t>computer science publications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GB"/>
              <a:t>It contains more than 4.4 million publications, published by more than 2.2 million authors </a:t>
            </a:r>
            <a:r>
              <a:rPr lang="en-GB" sz="1800" baseline="-25000"/>
              <a:t>(Source: official website, January 2019)</a:t>
            </a:r>
            <a:endParaRPr lang="en-GB" baseline="-25000"/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GB"/>
              <a:t>It is divided in </a:t>
            </a:r>
            <a:r>
              <a:rPr lang="en-GB" b="1"/>
              <a:t>different types of publication</a:t>
            </a:r>
            <a:r>
              <a:rPr lang="en-GB"/>
              <a:t>: article, book, </a:t>
            </a:r>
            <a:r>
              <a:rPr lang="en-GB" err="1"/>
              <a:t>incollection</a:t>
            </a:r>
            <a:r>
              <a:rPr lang="en-GB"/>
              <a:t>, proceedings, </a:t>
            </a:r>
            <a:r>
              <a:rPr lang="en-GB" err="1"/>
              <a:t>inproceedings</a:t>
            </a:r>
            <a:r>
              <a:rPr lang="en-GB"/>
              <a:t>, www, </a:t>
            </a:r>
            <a:r>
              <a:rPr lang="en-GB" err="1"/>
              <a:t>mastersthesis</a:t>
            </a:r>
            <a:endParaRPr lang="en-IT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D8EC82-8325-EFCF-65E7-31D22DBE0539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771432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Introduction to the project</a:t>
            </a:r>
            <a:endParaRPr lang="it-IT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DBFF28-0433-1A4D-7690-084648622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521" y="1341408"/>
            <a:ext cx="8323726" cy="452596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The Dataset has been subject to a process</a:t>
            </a:r>
            <a:r>
              <a:rPr lang="en-GB" b="1"/>
              <a:t> </a:t>
            </a:r>
            <a:r>
              <a:rPr lang="en-GB"/>
              <a:t>of </a:t>
            </a:r>
            <a:r>
              <a:rPr lang="en-GB" b="1"/>
              <a:t>data extraction </a:t>
            </a:r>
            <a:r>
              <a:rPr lang="en-GB"/>
              <a:t>and</a:t>
            </a:r>
            <a:r>
              <a:rPr lang="en-GB" b="1"/>
              <a:t> data elaboration </a:t>
            </a:r>
            <a:r>
              <a:rPr lang="en-GB"/>
              <a:t>in order to: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GB"/>
              <a:t>clean the data 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GB"/>
              <a:t>take care of data quality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Low quality data could cause a series of consequences like: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/>
              <a:t>day by day more difficult to obtain high data quality</a:t>
            </a:r>
            <a:endParaRPr lang="en-GB" b="1"/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GB"/>
              <a:t>Inaccurate analysis</a:t>
            </a:r>
          </a:p>
          <a:p>
            <a:endParaRPr lang="en-IT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D8EC82-8325-EFCF-65E7-31D22DBE0539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1026" name="Picture 2" descr="Mark Asplin Whiteley | Bespoke Luxury Furniture | United Kingdom">
            <a:extLst>
              <a:ext uri="{FF2B5EF4-FFF2-40B4-BE49-F238E27FC236}">
                <a16:creationId xmlns:a16="http://schemas.microsoft.com/office/drawing/2014/main" id="{60EA6120-BA32-F887-53D7-09B126830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753" y="5051411"/>
            <a:ext cx="3874416" cy="14529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014823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01_Polimi_centrato_COL_positivo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0" y="1721149"/>
            <a:ext cx="2730901" cy="2126951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/>
              <a:t>Assumptions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19746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Assumptions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DBFF28-0433-1A4D-7690-084648622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521" y="1341408"/>
            <a:ext cx="8323726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GB"/>
          </a:p>
          <a:p>
            <a:endParaRPr lang="en-IT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D8EC82-8325-EFCF-65E7-31D22DBE0539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C315501-6A4F-7577-9267-FD840117AD4D}"/>
              </a:ext>
            </a:extLst>
          </p:cNvPr>
          <p:cNvSpPr txBox="1"/>
          <p:nvPr/>
        </p:nvSpPr>
        <p:spPr>
          <a:xfrm>
            <a:off x="807080" y="1646880"/>
            <a:ext cx="7503664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2000">
                <a:cs typeface="Calibri"/>
              </a:rPr>
              <a:t>Data correctness and truth</a:t>
            </a:r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Insert </a:t>
            </a:r>
            <a:r>
              <a:rPr lang="en-GB" sz="2000" err="1">
                <a:ea typeface="+mn-lt"/>
                <a:cs typeface="+mn-lt"/>
              </a:rPr>
              <a:t>inconsisttency</a:t>
            </a:r>
            <a:endParaRPr lang="en-GB" sz="2000" err="1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000">
                <a:cs typeface="Calibri"/>
              </a:rPr>
              <a:t>Publication </a:t>
            </a:r>
            <a:r>
              <a:rPr lang="en-GB" sz="2000">
                <a:ea typeface="+mn-lt"/>
                <a:cs typeface="+mn-lt"/>
              </a:rPr>
              <a:t>: Book, Article, Thesis, Online</a:t>
            </a:r>
            <a:br>
              <a:rPr lang="en-GB" sz="2000">
                <a:ea typeface="+mn-lt"/>
                <a:cs typeface="+mn-lt"/>
              </a:rPr>
            </a:br>
            <a:r>
              <a:rPr lang="en-GB" sz="2000">
                <a:ea typeface="+mn-lt"/>
                <a:cs typeface="+mn-lt"/>
              </a:rPr>
              <a:t> Resource(Www), Proceeding, </a:t>
            </a:r>
            <a:r>
              <a:rPr lang="en-GB" sz="2000" err="1">
                <a:ea typeface="+mn-lt"/>
                <a:cs typeface="+mn-lt"/>
              </a:rPr>
              <a:t>Inproceeding</a:t>
            </a:r>
            <a:r>
              <a:rPr lang="en-GB" sz="2000">
                <a:ea typeface="+mn-lt"/>
                <a:cs typeface="+mn-lt"/>
              </a:rPr>
              <a:t> and </a:t>
            </a:r>
            <a:r>
              <a:rPr lang="en-GB" sz="2000" err="1">
                <a:ea typeface="+mn-lt"/>
                <a:cs typeface="+mn-lt"/>
              </a:rPr>
              <a:t>Incollection</a:t>
            </a:r>
            <a:r>
              <a:rPr lang="en-GB" sz="2000">
                <a:ea typeface="+mn-lt"/>
                <a:cs typeface="+mn-lt"/>
              </a:rPr>
              <a:t>;</a:t>
            </a:r>
            <a:endParaRPr lang="en-GB" sz="20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000" err="1">
                <a:cs typeface="Calibri"/>
              </a:rPr>
              <a:t>Orcid</a:t>
            </a:r>
            <a:r>
              <a:rPr lang="en-GB" sz="2000">
                <a:cs typeface="Calibri"/>
              </a:rPr>
              <a:t> is mandatory</a:t>
            </a:r>
          </a:p>
          <a:p>
            <a:pPr marL="285750" indent="-285750">
              <a:buFont typeface="Arial"/>
              <a:buChar char="•"/>
            </a:pPr>
            <a:r>
              <a:rPr lang="en-GB" sz="2000" err="1">
                <a:ea typeface="+mn-lt"/>
                <a:cs typeface="+mn-lt"/>
              </a:rPr>
              <a:t>CitationScore</a:t>
            </a:r>
            <a:endParaRPr lang="en-GB" sz="20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GB">
              <a:ea typeface="+mn-lt"/>
              <a:cs typeface="+mn-lt"/>
            </a:endParaRPr>
          </a:p>
        </p:txBody>
      </p:sp>
      <p:pic>
        <p:nvPicPr>
          <p:cNvPr id="6" name="Segnaposto contenuto 4">
            <a:extLst>
              <a:ext uri="{FF2B5EF4-FFF2-40B4-BE49-F238E27FC236}">
                <a16:creationId xmlns:a16="http://schemas.microsoft.com/office/drawing/2014/main" id="{BBD12255-9F4D-9C76-F082-A967724261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231" t="21019" r="37316" b="11889"/>
          <a:stretch/>
        </p:blipFill>
        <p:spPr>
          <a:xfrm>
            <a:off x="5029481" y="2905511"/>
            <a:ext cx="3533467" cy="27565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5C0E24CB-DD25-8ED7-16AA-632E1FF4F8AC}"/>
              </a:ext>
            </a:extLst>
          </p:cNvPr>
          <p:cNvSpPr/>
          <p:nvPr/>
        </p:nvSpPr>
        <p:spPr>
          <a:xfrm>
            <a:off x="5723830" y="4610264"/>
            <a:ext cx="2140794" cy="610255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AFFF0E99-917B-25D0-75F7-6D0144003E7D}"/>
              </a:ext>
            </a:extLst>
          </p:cNvPr>
          <p:cNvCxnSpPr/>
          <p:nvPr/>
        </p:nvCxnSpPr>
        <p:spPr>
          <a:xfrm flipH="1">
            <a:off x="7085251" y="4419559"/>
            <a:ext cx="7848" cy="178564"/>
          </a:xfrm>
          <a:prstGeom prst="straightConnector1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2428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B5CE05-14F2-7F72-CEA4-E26F115CF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ER-DIAGRAM 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F7DF6FA1-4EDE-C1CA-EBE6-48870A812C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420" y="1495180"/>
            <a:ext cx="8580438" cy="4280992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B27760A-6308-FD63-D629-6E870239A8AB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8657713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61B9E19-7199-82A0-1454-01934AF1B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53138"/>
          </a:xfrm>
        </p:spPr>
        <p:txBody>
          <a:bodyPr anchor="ctr"/>
          <a:lstStyle/>
          <a:p>
            <a:r>
              <a:rPr lang="it-IT"/>
              <a:t>ER-</a:t>
            </a:r>
            <a:r>
              <a:rPr lang="it-IT" err="1"/>
              <a:t>Diagram</a:t>
            </a:r>
            <a:r>
              <a:rPr lang="it-IT"/>
              <a:t> in </a:t>
            </a:r>
            <a:r>
              <a:rPr lang="it-IT" err="1"/>
              <a:t>details</a:t>
            </a:r>
            <a:r>
              <a:rPr lang="it-IT"/>
              <a:t> 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B6022671-3BB7-AFFB-CABB-6D5924D78D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1786" y="1479983"/>
            <a:ext cx="8323262" cy="4108654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7150D8F-1290-61F1-B436-CA497D59156E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821015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C709D4-4C7F-6233-139C-69D58E18B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82566"/>
          </a:xfrm>
        </p:spPr>
        <p:txBody>
          <a:bodyPr anchor="ctr"/>
          <a:lstStyle/>
          <a:p>
            <a:r>
              <a:rPr lang="it-IT"/>
              <a:t>ER-</a:t>
            </a:r>
            <a:r>
              <a:rPr lang="it-IT" err="1"/>
              <a:t>Diagram</a:t>
            </a:r>
            <a:r>
              <a:rPr lang="it-IT"/>
              <a:t> in </a:t>
            </a:r>
            <a:r>
              <a:rPr lang="it-IT" err="1"/>
              <a:t>details</a:t>
            </a:r>
            <a:r>
              <a:rPr lang="it-IT"/>
              <a:t> 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5DF23D98-4E84-F0DA-062E-A0A91305AC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0368" y="1392890"/>
            <a:ext cx="8323263" cy="3490155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42549A4-065F-2578-F8C7-CE887621956E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8791053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B5CE05-14F2-7F72-CEA4-E26F115CF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ER-DIAGRAM 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F7DF6FA1-4EDE-C1CA-EBE6-48870A812C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420" y="1495180"/>
            <a:ext cx="8580438" cy="4280992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C60B9A8-6755-0EF7-86B3-48D1B604929B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945469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C3B4F5-3BA3-F1EA-FCB1-859E47ABF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93076"/>
          </a:xfrm>
        </p:spPr>
        <p:txBody>
          <a:bodyPr anchor="ctr"/>
          <a:lstStyle/>
          <a:p>
            <a:r>
              <a:rPr lang="it-IT"/>
              <a:t>ER-</a:t>
            </a:r>
            <a:r>
              <a:rPr lang="it-IT" err="1"/>
              <a:t>Diagram</a:t>
            </a:r>
            <a:r>
              <a:rPr lang="it-IT"/>
              <a:t> in </a:t>
            </a:r>
            <a:r>
              <a:rPr lang="it-IT" err="1"/>
              <a:t>details</a:t>
            </a:r>
            <a:r>
              <a:rPr lang="it-IT"/>
              <a:t> 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ED8E7521-1370-1769-A0F7-01A65F7834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0368" y="1522111"/>
            <a:ext cx="8323263" cy="4114583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9AC9EDD-C86D-4F59-7436-EA020ECFBB89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005665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C3B4F5-3BA3-F1EA-FCB1-859E47ABF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93076"/>
          </a:xfrm>
        </p:spPr>
        <p:txBody>
          <a:bodyPr anchor="ctr"/>
          <a:lstStyle/>
          <a:p>
            <a:r>
              <a:rPr lang="it-IT"/>
              <a:t>ER-</a:t>
            </a:r>
            <a:r>
              <a:rPr lang="it-IT" err="1"/>
              <a:t>Diagram</a:t>
            </a:r>
            <a:r>
              <a:rPr lang="it-IT"/>
              <a:t> in </a:t>
            </a:r>
            <a:r>
              <a:rPr lang="it-IT" err="1"/>
              <a:t>details</a:t>
            </a:r>
            <a:r>
              <a:rPr lang="it-IT"/>
              <a:t> </a:t>
            </a:r>
          </a:p>
        </p:txBody>
      </p:sp>
      <p:pic>
        <p:nvPicPr>
          <p:cNvPr id="11" name="Segnaposto contenuto 10">
            <a:extLst>
              <a:ext uri="{FF2B5EF4-FFF2-40B4-BE49-F238E27FC236}">
                <a16:creationId xmlns:a16="http://schemas.microsoft.com/office/drawing/2014/main" id="{46613753-B325-AEAB-CD0A-BEE2C15258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66737"/>
            <a:ext cx="9129169" cy="3535883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63F9787-DEA5-557A-8E77-67F96380CC65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39004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76B317-0A05-29B6-8F1B-EBA2C1B60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Data Import &amp; Generation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56DDC26-9900-86AD-67F4-C10290B2C9BC}"/>
              </a:ext>
            </a:extLst>
          </p:cNvPr>
          <p:cNvSpPr txBox="1"/>
          <p:nvPr/>
        </p:nvSpPr>
        <p:spPr>
          <a:xfrm>
            <a:off x="338910" y="1466662"/>
            <a:ext cx="846618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Download of the DBLP database </a:t>
            </a:r>
            <a:r>
              <a:rPr lang="it-IT" err="1"/>
              <a:t>dump</a:t>
            </a:r>
            <a:r>
              <a:rPr lang="it-IT"/>
              <a:t> in XML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err="1"/>
              <a:t>Cut</a:t>
            </a:r>
            <a:r>
              <a:rPr lang="it-IT"/>
              <a:t> in a </a:t>
            </a:r>
            <a:r>
              <a:rPr lang="it-IT" err="1"/>
              <a:t>smaller</a:t>
            </a:r>
            <a:r>
              <a:rPr lang="it-IT"/>
              <a:t> </a:t>
            </a:r>
            <a:r>
              <a:rPr lang="it-IT" err="1"/>
              <a:t>chunk</a:t>
            </a:r>
            <a:r>
              <a:rPr lang="it-IT"/>
              <a:t> and UTF-8 conversion </a:t>
            </a:r>
            <a:r>
              <a:rPr lang="it-IT" i="1"/>
              <a:t>(Python script)</a:t>
            </a:r>
          </a:p>
          <a:p>
            <a:endParaRPr lang="it-IT" i="1"/>
          </a:p>
          <a:p>
            <a:r>
              <a:rPr lang="it-IT" b="1"/>
              <a:t>Neo4J</a:t>
            </a:r>
            <a:endParaRPr lang="it-IT" i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CSV output, one for every node type </a:t>
            </a:r>
            <a:r>
              <a:rPr lang="it-IT" i="1"/>
              <a:t>(Python script)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/>
          </a:p>
          <a:p>
            <a:r>
              <a:rPr lang="it-IT" b="1" err="1"/>
              <a:t>MongoDB</a:t>
            </a:r>
            <a:endParaRPr lang="it-IT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Use of </a:t>
            </a:r>
            <a:r>
              <a:rPr lang="it-IT" err="1"/>
              <a:t>Mookaroo</a:t>
            </a:r>
            <a:r>
              <a:rPr lang="it-IT"/>
              <a:t> online tool to generate the </a:t>
            </a:r>
            <a:r>
              <a:rPr lang="it-IT" err="1"/>
              <a:t>basic</a:t>
            </a:r>
            <a:r>
              <a:rPr lang="it-IT"/>
              <a:t> </a:t>
            </a:r>
            <a:r>
              <a:rPr lang="it-IT" err="1"/>
              <a:t>structure</a:t>
            </a:r>
            <a:r>
              <a:rPr lang="it-IT"/>
              <a:t> of the </a:t>
            </a:r>
            <a:r>
              <a:rPr lang="it-IT" err="1"/>
              <a:t>document</a:t>
            </a:r>
            <a:endParaRPr lang="it-IT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err="1"/>
              <a:t>Creation</a:t>
            </a:r>
            <a:r>
              <a:rPr lang="it-IT"/>
              <a:t> of </a:t>
            </a:r>
            <a:r>
              <a:rPr lang="it-IT" err="1"/>
              <a:t>relationships</a:t>
            </a:r>
            <a:r>
              <a:rPr lang="it-IT"/>
              <a:t> </a:t>
            </a:r>
            <a:r>
              <a:rPr lang="it-IT" err="1"/>
              <a:t>between</a:t>
            </a:r>
            <a:r>
              <a:rPr lang="it-IT"/>
              <a:t> </a:t>
            </a:r>
            <a:r>
              <a:rPr lang="it-IT" err="1"/>
              <a:t>articles</a:t>
            </a:r>
            <a:r>
              <a:rPr lang="it-IT"/>
              <a:t> and </a:t>
            </a:r>
            <a:r>
              <a:rPr lang="it-IT" err="1"/>
              <a:t>authors</a:t>
            </a:r>
            <a:r>
              <a:rPr lang="it-IT"/>
              <a:t> </a:t>
            </a:r>
            <a:r>
              <a:rPr lang="it-IT" i="1"/>
              <a:t>(Python script)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JSON output </a:t>
            </a:r>
            <a:r>
              <a:rPr lang="it-IT" i="1"/>
              <a:t>(Python script)</a:t>
            </a:r>
          </a:p>
          <a:p>
            <a:endParaRPr lang="it-IT"/>
          </a:p>
          <a:p>
            <a:r>
              <a:rPr lang="it-IT" b="1"/>
              <a:t>Spark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Use of Neo4J to </a:t>
            </a:r>
            <a:r>
              <a:rPr lang="it-IT" err="1"/>
              <a:t>extract</a:t>
            </a:r>
            <a:r>
              <a:rPr lang="it-IT"/>
              <a:t>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Relationships </a:t>
            </a:r>
            <a:r>
              <a:rPr lang="it-IT" err="1"/>
              <a:t>as</a:t>
            </a:r>
            <a:r>
              <a:rPr lang="it-IT"/>
              <a:t> arrays inside the </a:t>
            </a:r>
            <a:r>
              <a:rPr lang="it-IT" err="1"/>
              <a:t>table</a:t>
            </a:r>
            <a:r>
              <a:rPr lang="it-IT"/>
              <a:t> </a:t>
            </a:r>
            <a:r>
              <a:rPr lang="it-IT" err="1"/>
              <a:t>instead</a:t>
            </a:r>
            <a:r>
              <a:rPr lang="it-IT"/>
              <a:t> of </a:t>
            </a:r>
            <a:r>
              <a:rPr lang="it-IT" err="1"/>
              <a:t>using</a:t>
            </a:r>
            <a:r>
              <a:rPr lang="it-IT"/>
              <a:t> bridge </a:t>
            </a:r>
            <a:r>
              <a:rPr lang="it-IT" err="1"/>
              <a:t>tables</a:t>
            </a:r>
            <a:r>
              <a:rPr lang="it-IT"/>
              <a:t> </a:t>
            </a:r>
            <a:r>
              <a:rPr lang="it-IT" i="1"/>
              <a:t>(Python script)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CSV output </a:t>
            </a:r>
            <a:r>
              <a:rPr lang="it-IT" i="1"/>
              <a:t>(Python script)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9CC2A9-A0B1-9393-5F13-30C394986F86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4218355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01_Polimi_centrato_COL_positivo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0" y="1721149"/>
            <a:ext cx="2730901" cy="2126951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T" sz="3600"/>
              <a:t>First </a:t>
            </a:r>
            <a:r>
              <a:rPr lang="en-US"/>
              <a:t>part</a:t>
            </a:r>
            <a:r>
              <a:rPr lang="en-IT" sz="3600"/>
              <a:t> (graph DB): Neo4J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56287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1E5A7-5673-8DD1-304E-8D1F10343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T" sz="2800"/>
              <a:t>First part (graph DB): Neo4J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EC46C-24B7-84FD-CF3E-294C2816E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96971"/>
            <a:ext cx="6144017" cy="470377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The aim of this assignment is to design a </a:t>
            </a:r>
            <a:r>
              <a:rPr lang="en-GB" b="1"/>
              <a:t>query graph </a:t>
            </a:r>
            <a:r>
              <a:rPr lang="en-GB"/>
              <a:t>data structure in Neo4j for supporting the chosen dataset.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FBD6A2-B75D-723C-AE12-BC8E0FFA09CF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E5784ACE-80F2-EEF4-EE57-04C4D8523F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591" y="3592496"/>
            <a:ext cx="2916973" cy="2408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6952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1E5A7-5673-8DD1-304E-8D1F10343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T" sz="2800"/>
              <a:t>First part (graph DB): Neo4J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EC46C-24B7-84FD-CF3E-294C2816E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96971"/>
            <a:ext cx="6144017" cy="47037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Neo4j: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open-source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NoSQL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Cypher language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Manage complex and </a:t>
            </a:r>
          </a:p>
          <a:p>
            <a:r>
              <a:rPr lang="en-GB"/>
              <a:t>	interconnected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Ensure data integrity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FBD6A2-B75D-723C-AE12-BC8E0FFA09CF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4100" name="Picture 4" descr="Unit 5: Transactions and Recovery · Issue #39 ·  cheatsheet1999/FrontEndCollection · GitHub">
            <a:extLst>
              <a:ext uri="{FF2B5EF4-FFF2-40B4-BE49-F238E27FC236}">
                <a16:creationId xmlns:a16="http://schemas.microsoft.com/office/drawing/2014/main" id="{0FE6F4D8-CB39-0D7C-B7BE-F17DA9C795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6" t="20651" r="63760" b="5233"/>
          <a:stretch/>
        </p:blipFill>
        <p:spPr bwMode="auto">
          <a:xfrm>
            <a:off x="3398808" y="3878635"/>
            <a:ext cx="1579436" cy="2122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97345A2E-504C-FFDB-AFAB-9CB0AEE58AA0}"/>
              </a:ext>
            </a:extLst>
          </p:cNvPr>
          <p:cNvGrpSpPr/>
          <p:nvPr/>
        </p:nvGrpSpPr>
        <p:grpSpPr>
          <a:xfrm>
            <a:off x="5555182" y="1296971"/>
            <a:ext cx="3482714" cy="3328118"/>
            <a:chOff x="4034292" y="2809871"/>
            <a:chExt cx="3482714" cy="332811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136906A-11EE-D87A-F8BB-0964EBF6A510}"/>
                </a:ext>
              </a:extLst>
            </p:cNvPr>
            <p:cNvGrpSpPr/>
            <p:nvPr/>
          </p:nvGrpSpPr>
          <p:grpSpPr>
            <a:xfrm>
              <a:off x="4034292" y="2809871"/>
              <a:ext cx="3482714" cy="3328118"/>
              <a:chOff x="2886075" y="2660167"/>
              <a:chExt cx="3482714" cy="3328118"/>
            </a:xfrm>
          </p:grpSpPr>
          <p:pic>
            <p:nvPicPr>
              <p:cNvPr id="4098" name="Picture 2" descr="Building Microservices with Spring and Cloud Spanner | by Jonathan Manera |  Medium">
                <a:extLst>
                  <a:ext uri="{FF2B5EF4-FFF2-40B4-BE49-F238E27FC236}">
                    <a16:creationId xmlns:a16="http://schemas.microsoft.com/office/drawing/2014/main" id="{D9390598-7496-89AB-8951-DF4513CA1B4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33908" y="3009019"/>
                <a:ext cx="3282297" cy="242411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773A50-B917-88D3-FC23-BED0C5608BB1}"/>
                  </a:ext>
                </a:extLst>
              </p:cNvPr>
              <p:cNvSpPr txBox="1"/>
              <p:nvPr/>
            </p:nvSpPr>
            <p:spPr>
              <a:xfrm>
                <a:off x="2886075" y="5383760"/>
                <a:ext cx="13620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>
                    <a:solidFill>
                      <a:srgbClr val="4486F7"/>
                    </a:solidFill>
                  </a:rPr>
                  <a:t>Consistency</a:t>
                </a:r>
                <a:endParaRPr lang="it-IT">
                  <a:solidFill>
                    <a:srgbClr val="4486F7"/>
                  </a:solidFill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B8F544-ED7F-7ECF-54CC-230DA20D832C}"/>
                  </a:ext>
                </a:extLst>
              </p:cNvPr>
              <p:cNvSpPr txBox="1"/>
              <p:nvPr/>
            </p:nvSpPr>
            <p:spPr>
              <a:xfrm>
                <a:off x="5238751" y="5341954"/>
                <a:ext cx="113003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>
                    <a:solidFill>
                      <a:srgbClr val="4486F7"/>
                    </a:solidFill>
                  </a:rPr>
                  <a:t>Partition Tolerance</a:t>
                </a:r>
                <a:endParaRPr lang="it-IT">
                  <a:solidFill>
                    <a:srgbClr val="4486F7"/>
                  </a:solidFill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7D9C3E-F315-93E1-88ED-3B1B26D32A5A}"/>
                  </a:ext>
                </a:extLst>
              </p:cNvPr>
              <p:cNvSpPr txBox="1"/>
              <p:nvPr/>
            </p:nvSpPr>
            <p:spPr>
              <a:xfrm>
                <a:off x="3994018" y="2660167"/>
                <a:ext cx="13620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>
                    <a:solidFill>
                      <a:srgbClr val="4486F7"/>
                    </a:solidFill>
                  </a:rPr>
                  <a:t>Availability</a:t>
                </a:r>
                <a:endParaRPr lang="it-IT">
                  <a:solidFill>
                    <a:srgbClr val="4486F7"/>
                  </a:solidFill>
                </a:endParaRPr>
              </a:p>
            </p:txBody>
          </p:sp>
        </p:grpSp>
        <p:pic>
          <p:nvPicPr>
            <p:cNvPr id="5" name="Picture 4" descr="Neo4j - Wikipedia">
              <a:extLst>
                <a:ext uri="{FF2B5EF4-FFF2-40B4-BE49-F238E27FC236}">
                  <a16:creationId xmlns:a16="http://schemas.microsoft.com/office/drawing/2014/main" id="{57A88AF4-A491-F682-67FA-471003AA7E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7913284">
              <a:off x="4517209" y="4271161"/>
              <a:ext cx="1145049" cy="4297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039606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1E5A7-5673-8DD1-304E-8D1F10343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T" sz="2800"/>
              <a:t>First part (graph DB): Neo4J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EC46C-24B7-84FD-CF3E-294C2816E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96971"/>
            <a:ext cx="6144017" cy="470377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How did we design the DB?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FBD6A2-B75D-723C-AE12-BC8E0FFA09CF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1880DC17-8CD3-407D-6394-84470D222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487" y="1625878"/>
            <a:ext cx="5299026" cy="437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5349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064D0-B8B8-4055-6947-2A6F2A673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" y="163902"/>
            <a:ext cx="8989206" cy="304726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/>
              <a:t>Author, Article, Journal, Book, </a:t>
            </a:r>
            <a:r>
              <a:rPr lang="en-GB" sz="1600" err="1"/>
              <a:t>Incollection</a:t>
            </a:r>
            <a:r>
              <a:rPr lang="en-GB" sz="1600"/>
              <a:t>, Proceedings, </a:t>
            </a:r>
            <a:r>
              <a:rPr lang="en-GB" sz="1600" err="1"/>
              <a:t>Inproceedings</a:t>
            </a:r>
            <a:r>
              <a:rPr lang="en-GB" sz="1600"/>
              <a:t>, Www, </a:t>
            </a:r>
            <a:r>
              <a:rPr lang="en-GB" sz="1600" err="1"/>
              <a:t>Mastersthesis</a:t>
            </a:r>
            <a:r>
              <a:rPr lang="en-GB" sz="1600"/>
              <a:t>, Publication, University and Serie are Node labels and their attributes are shown in the graph diagram near. The relationships of the database are WRITTEN_BY, CONTAIN, PUBLICATED_BY, COAUTHOR, AT, CITE, INCLUDE. We omitted some links using the publication note make graph diagram more readable and understandable.</a:t>
            </a:r>
            <a:endParaRPr lang="en-IT" sz="1600">
              <a:cs typeface="Arial" panose="020B0604020202020204"/>
            </a:endParaRP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90C1C488-5AE1-3788-E6EC-EC224F4F7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11167"/>
            <a:ext cx="4417204" cy="36468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025481-7E62-44DE-4440-874F63DA6FCC}"/>
              </a:ext>
            </a:extLst>
          </p:cNvPr>
          <p:cNvSpPr txBox="1"/>
          <p:nvPr/>
        </p:nvSpPr>
        <p:spPr>
          <a:xfrm>
            <a:off x="0" y="2880478"/>
            <a:ext cx="4572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/>
              <a:t>The nodes Article, Book, </a:t>
            </a:r>
            <a:r>
              <a:rPr lang="en-GB" sz="2400" err="1"/>
              <a:t>Incollection</a:t>
            </a:r>
            <a:r>
              <a:rPr lang="en-GB" sz="2400"/>
              <a:t>, Proceedings, </a:t>
            </a:r>
            <a:r>
              <a:rPr lang="en-GB" sz="2400" err="1"/>
              <a:t>Inproceedings</a:t>
            </a:r>
            <a:r>
              <a:rPr lang="en-GB" sz="2400"/>
              <a:t>, Www, </a:t>
            </a:r>
            <a:r>
              <a:rPr lang="en-GB" sz="2400" err="1"/>
              <a:t>Mastersthesis</a:t>
            </a:r>
            <a:r>
              <a:rPr lang="en-GB" sz="2400"/>
              <a:t> contain the Publication tag in order to perform and understand queries easily since you don't need to specify 7 different nodes in the MATCH statement every time. </a:t>
            </a:r>
            <a:endParaRPr lang="en-IT" sz="2400"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4428369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7E6D7F-8071-FB6E-AA47-7F95C4321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Command</a:t>
            </a:r>
            <a:r>
              <a:rPr lang="it-IT"/>
              <a:t> Neo4J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2C39CFE-3173-FC2E-3F78-AA1E4682C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24304"/>
            <a:ext cx="8780926" cy="4801860"/>
          </a:xfrm>
        </p:spPr>
        <p:txBody>
          <a:bodyPr>
            <a:normAutofit/>
          </a:bodyPr>
          <a:lstStyle/>
          <a:p>
            <a:r>
              <a:rPr lang="it-IT" sz="1600" err="1"/>
              <a:t>Citation</a:t>
            </a:r>
            <a:r>
              <a:rPr lang="it-IT" sz="1600"/>
              <a:t> score with Neo4J </a:t>
            </a:r>
            <a:r>
              <a:rPr lang="it-IT" sz="1600" err="1"/>
              <a:t>Graph</a:t>
            </a:r>
            <a:r>
              <a:rPr lang="it-IT" sz="1600"/>
              <a:t> Data Science: </a:t>
            </a:r>
          </a:p>
          <a:p>
            <a:endParaRPr lang="it-IT" sz="1600"/>
          </a:p>
          <a:p>
            <a:endParaRPr lang="it-IT" sz="1600"/>
          </a:p>
          <a:p>
            <a:r>
              <a:rPr lang="it-IT" sz="1400"/>
              <a:t>  </a:t>
            </a:r>
            <a:endParaRPr lang="it-IT" sz="1600"/>
          </a:p>
        </p:txBody>
      </p:sp>
      <p:pic>
        <p:nvPicPr>
          <p:cNvPr id="5" name="Immagine 4" descr="Immagine che contiene testo&#10;&#10;Descrizione generata automaticamente">
            <a:extLst>
              <a:ext uri="{FF2B5EF4-FFF2-40B4-BE49-F238E27FC236}">
                <a16:creationId xmlns:a16="http://schemas.microsoft.com/office/drawing/2014/main" id="{22775550-4C7D-0788-EF38-E129687F2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237" y="2278501"/>
            <a:ext cx="6255763" cy="3847663"/>
          </a:xfrm>
          <a:prstGeom prst="rect">
            <a:avLst/>
          </a:prstGeom>
        </p:spPr>
      </p:pic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5AB96A6D-4347-51A4-831E-2B84F677EB7E}"/>
              </a:ext>
            </a:extLst>
          </p:cNvPr>
          <p:cNvCxnSpPr>
            <a:cxnSpLocks/>
          </p:cNvCxnSpPr>
          <p:nvPr/>
        </p:nvCxnSpPr>
        <p:spPr>
          <a:xfrm flipV="1">
            <a:off x="1807779" y="2427890"/>
            <a:ext cx="1229711" cy="746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885C48E7-D06F-89BA-B885-B04AE37A0C68}"/>
              </a:ext>
            </a:extLst>
          </p:cNvPr>
          <p:cNvCxnSpPr>
            <a:cxnSpLocks/>
          </p:cNvCxnSpPr>
          <p:nvPr/>
        </p:nvCxnSpPr>
        <p:spPr>
          <a:xfrm>
            <a:off x="1807779" y="2502514"/>
            <a:ext cx="1229711" cy="377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F6E4B4ED-7E02-E381-755B-17ACD4A3DF03}"/>
              </a:ext>
            </a:extLst>
          </p:cNvPr>
          <p:cNvCxnSpPr>
            <a:cxnSpLocks/>
          </p:cNvCxnSpPr>
          <p:nvPr/>
        </p:nvCxnSpPr>
        <p:spPr>
          <a:xfrm>
            <a:off x="1807779" y="3306923"/>
            <a:ext cx="12297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A4158584-B4D1-A959-A4FA-8EB1AE776E55}"/>
              </a:ext>
            </a:extLst>
          </p:cNvPr>
          <p:cNvCxnSpPr>
            <a:cxnSpLocks/>
          </p:cNvCxnSpPr>
          <p:nvPr/>
        </p:nvCxnSpPr>
        <p:spPr>
          <a:xfrm flipV="1">
            <a:off x="1807779" y="4050671"/>
            <a:ext cx="1062401" cy="45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Parentesi graffa aperta 29">
            <a:extLst>
              <a:ext uri="{FF2B5EF4-FFF2-40B4-BE49-F238E27FC236}">
                <a16:creationId xmlns:a16="http://schemas.microsoft.com/office/drawing/2014/main" id="{E889C936-8BD7-D5F5-21A3-6D9A0C53DD20}"/>
              </a:ext>
            </a:extLst>
          </p:cNvPr>
          <p:cNvSpPr/>
          <p:nvPr/>
        </p:nvSpPr>
        <p:spPr>
          <a:xfrm>
            <a:off x="2888237" y="3561907"/>
            <a:ext cx="45719" cy="94629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CE4D0C53-FF89-ACFA-7EA9-3EB7FE19A5F0}"/>
              </a:ext>
            </a:extLst>
          </p:cNvPr>
          <p:cNvCxnSpPr>
            <a:cxnSpLocks/>
          </p:cNvCxnSpPr>
          <p:nvPr/>
        </p:nvCxnSpPr>
        <p:spPr>
          <a:xfrm>
            <a:off x="1807779" y="5379807"/>
            <a:ext cx="11261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arentesi graffa aperta 34">
            <a:extLst>
              <a:ext uri="{FF2B5EF4-FFF2-40B4-BE49-F238E27FC236}">
                <a16:creationId xmlns:a16="http://schemas.microsoft.com/office/drawing/2014/main" id="{870153EC-910A-6F36-B4BE-C6ED857D30B1}"/>
              </a:ext>
            </a:extLst>
          </p:cNvPr>
          <p:cNvSpPr/>
          <p:nvPr/>
        </p:nvSpPr>
        <p:spPr>
          <a:xfrm>
            <a:off x="2958392" y="5018572"/>
            <a:ext cx="45719" cy="78628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DAE04508-F9ED-883D-C2E3-7C8213DAFF9D}"/>
              </a:ext>
            </a:extLst>
          </p:cNvPr>
          <p:cNvSpPr txBox="1"/>
          <p:nvPr/>
        </p:nvSpPr>
        <p:spPr>
          <a:xfrm>
            <a:off x="6967" y="2306107"/>
            <a:ext cx="17012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err="1"/>
              <a:t>Graph</a:t>
            </a:r>
            <a:r>
              <a:rPr lang="it-IT" sz="1400"/>
              <a:t> </a:t>
            </a:r>
            <a:r>
              <a:rPr lang="it-IT" sz="1400" err="1"/>
              <a:t>Creation</a:t>
            </a:r>
            <a:r>
              <a:rPr lang="it-IT" sz="1400"/>
              <a:t> </a:t>
            </a: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C0C794BA-0357-E46C-D7F3-64AC34996C4A}"/>
              </a:ext>
            </a:extLst>
          </p:cNvPr>
          <p:cNvSpPr txBox="1"/>
          <p:nvPr/>
        </p:nvSpPr>
        <p:spPr>
          <a:xfrm>
            <a:off x="106570" y="3153034"/>
            <a:ext cx="17012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err="1"/>
              <a:t>Graph</a:t>
            </a:r>
            <a:r>
              <a:rPr lang="it-IT" sz="1400"/>
              <a:t> </a:t>
            </a:r>
            <a:r>
              <a:rPr lang="it-IT" sz="1400" err="1"/>
              <a:t>Projection</a:t>
            </a:r>
            <a:r>
              <a:rPr lang="it-IT" sz="1400"/>
              <a:t> </a:t>
            </a: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44089324-6B71-9ABE-B989-77CFECDED1CB}"/>
              </a:ext>
            </a:extLst>
          </p:cNvPr>
          <p:cNvSpPr txBox="1"/>
          <p:nvPr/>
        </p:nvSpPr>
        <p:spPr>
          <a:xfrm>
            <a:off x="88513" y="3881167"/>
            <a:ext cx="17012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/>
              <a:t>Query for </a:t>
            </a:r>
            <a:r>
              <a:rPr lang="it-IT" sz="1400" err="1"/>
              <a:t>projection</a:t>
            </a:r>
            <a:endParaRPr lang="it-IT" sz="1400"/>
          </a:p>
        </p:txBody>
      </p: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0C345EF9-9564-E02F-455A-F06B2936C800}"/>
              </a:ext>
            </a:extLst>
          </p:cNvPr>
          <p:cNvCxnSpPr>
            <a:cxnSpLocks/>
          </p:cNvCxnSpPr>
          <p:nvPr/>
        </p:nvCxnSpPr>
        <p:spPr>
          <a:xfrm flipV="1">
            <a:off x="1807779" y="4608331"/>
            <a:ext cx="1062401" cy="45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3B5C5D28-A167-53A1-B21F-6946E5655A7F}"/>
              </a:ext>
            </a:extLst>
          </p:cNvPr>
          <p:cNvSpPr txBox="1"/>
          <p:nvPr/>
        </p:nvSpPr>
        <p:spPr>
          <a:xfrm>
            <a:off x="-60382" y="4470425"/>
            <a:ext cx="2061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/>
              <a:t>Call </a:t>
            </a:r>
            <a:r>
              <a:rPr lang="it-IT" sz="1400" err="1"/>
              <a:t>pageRank</a:t>
            </a:r>
            <a:r>
              <a:rPr lang="it-IT" sz="1400"/>
              <a:t> </a:t>
            </a:r>
            <a:r>
              <a:rPr lang="it-IT" sz="1400" err="1"/>
              <a:t>algorithm</a:t>
            </a:r>
            <a:endParaRPr lang="it-IT" sz="1400"/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597F0925-8405-D229-C903-369F89E46B13}"/>
              </a:ext>
            </a:extLst>
          </p:cNvPr>
          <p:cNvSpPr txBox="1"/>
          <p:nvPr/>
        </p:nvSpPr>
        <p:spPr>
          <a:xfrm>
            <a:off x="45375" y="5211571"/>
            <a:ext cx="2024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/>
              <a:t>Update </a:t>
            </a:r>
            <a:r>
              <a:rPr lang="it-IT" sz="1400" err="1"/>
              <a:t>citation</a:t>
            </a:r>
            <a:r>
              <a:rPr lang="it-IT" sz="1400"/>
              <a:t> score and </a:t>
            </a:r>
            <a:r>
              <a:rPr lang="it-IT" sz="1400" err="1"/>
              <a:t>consistency</a:t>
            </a:r>
            <a:r>
              <a:rPr lang="it-IT" sz="1400"/>
              <a:t> status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52A59C-BFD8-E3C3-44A3-980C0BD4518D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1488550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5" grpId="0" animBg="1"/>
      <p:bldP spid="42" grpId="0"/>
      <p:bldP spid="44" grpId="0"/>
      <p:bldP spid="46" grpId="0"/>
      <p:bldP spid="48" grpId="0"/>
      <p:bldP spid="4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AB12E8-EEFA-9C86-559A-044A9350D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it-IT"/>
              <a:t>Query in Neo4J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66B1F11-BCE8-D150-B961-CCDF13BA9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86540"/>
            <a:ext cx="8780926" cy="4839623"/>
          </a:xfrm>
        </p:spPr>
        <p:txBody>
          <a:bodyPr>
            <a:normAutofit/>
          </a:bodyPr>
          <a:lstStyle/>
          <a:p>
            <a:r>
              <a:rPr lang="it-IT" sz="1800" err="1"/>
              <a:t>Now</a:t>
            </a:r>
            <a:r>
              <a:rPr lang="it-IT" sz="1800"/>
              <a:t> ’’</a:t>
            </a:r>
            <a:r>
              <a:rPr lang="it-IT" sz="1800" err="1"/>
              <a:t>citation</a:t>
            </a:r>
            <a:r>
              <a:rPr lang="it-IT" sz="1800"/>
              <a:t> score’’ can be </a:t>
            </a:r>
            <a:r>
              <a:rPr lang="it-IT" sz="1800" err="1"/>
              <a:t>used</a:t>
            </a:r>
            <a:r>
              <a:rPr lang="it-IT" sz="1800"/>
              <a:t> to compute </a:t>
            </a:r>
            <a:r>
              <a:rPr lang="it-IT" sz="1800" err="1"/>
              <a:t>useful</a:t>
            </a:r>
            <a:r>
              <a:rPr lang="it-IT" sz="1800"/>
              <a:t> ranking …</a:t>
            </a:r>
          </a:p>
          <a:p>
            <a:endParaRPr lang="it-IT" sz="1800"/>
          </a:p>
          <a:p>
            <a:endParaRPr lang="it-IT" sz="1800"/>
          </a:p>
          <a:p>
            <a:endParaRPr lang="it-IT" sz="1800"/>
          </a:p>
          <a:p>
            <a:endParaRPr lang="it-IT" sz="1800"/>
          </a:p>
        </p:txBody>
      </p:sp>
      <p:pic>
        <p:nvPicPr>
          <p:cNvPr id="5" name="Immagine 4" descr="Immagine che contiene testo&#10;&#10;Descrizione generata automaticamente">
            <a:extLst>
              <a:ext uri="{FF2B5EF4-FFF2-40B4-BE49-F238E27FC236}">
                <a16:creationId xmlns:a16="http://schemas.microsoft.com/office/drawing/2014/main" id="{21EA0FF8-1542-04BF-52C3-D99585A5C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926" y="1981200"/>
            <a:ext cx="5461000" cy="1447800"/>
          </a:xfrm>
          <a:prstGeom prst="rect">
            <a:avLst/>
          </a:prstGeom>
        </p:spPr>
      </p:pic>
      <p:pic>
        <p:nvPicPr>
          <p:cNvPr id="7" name="Immagine 6" descr="Immagine che contiene testo&#10;&#10;Descrizione generata automaticamente">
            <a:extLst>
              <a:ext uri="{FF2B5EF4-FFF2-40B4-BE49-F238E27FC236}">
                <a16:creationId xmlns:a16="http://schemas.microsoft.com/office/drawing/2014/main" id="{0F60C711-8CCD-FD26-F317-B635D18D0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4865" y="3135736"/>
            <a:ext cx="1925617" cy="436803"/>
          </a:xfrm>
          <a:prstGeom prst="rect">
            <a:avLst/>
          </a:prstGeom>
        </p:spPr>
      </p:pic>
      <p:pic>
        <p:nvPicPr>
          <p:cNvPr id="9" name="Immagine 8" descr="Immagine che contiene tavolo&#10;&#10;Descrizione generata automaticamente">
            <a:extLst>
              <a:ext uri="{FF2B5EF4-FFF2-40B4-BE49-F238E27FC236}">
                <a16:creationId xmlns:a16="http://schemas.microsoft.com/office/drawing/2014/main" id="{74A6B831-7748-7B54-1E11-BD203D2A6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7739" y="3706351"/>
            <a:ext cx="4775200" cy="2349500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655F91A-2FF8-8197-DB6B-C5B95C8ACA63}"/>
              </a:ext>
            </a:extLst>
          </p:cNvPr>
          <p:cNvSpPr txBox="1"/>
          <p:nvPr/>
        </p:nvSpPr>
        <p:spPr>
          <a:xfrm>
            <a:off x="288521" y="2352535"/>
            <a:ext cx="22408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err="1"/>
              <a:t>What</a:t>
            </a:r>
            <a:r>
              <a:rPr lang="it-IT"/>
              <a:t> </a:t>
            </a:r>
            <a:r>
              <a:rPr lang="it-IT" err="1"/>
              <a:t>matter</a:t>
            </a:r>
            <a:r>
              <a:rPr lang="it-IT"/>
              <a:t> to be a good writer  of a Journal ?</a:t>
            </a:r>
            <a:br>
              <a:rPr lang="it-IT"/>
            </a:br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A7A33C5-A377-AEC0-A991-FBB15F77CF25}"/>
              </a:ext>
            </a:extLst>
          </p:cNvPr>
          <p:cNvSpPr txBox="1"/>
          <p:nvPr/>
        </p:nvSpPr>
        <p:spPr>
          <a:xfrm>
            <a:off x="511177" y="3666202"/>
            <a:ext cx="21369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err="1"/>
              <a:t>Probably</a:t>
            </a:r>
            <a:r>
              <a:rPr lang="it-IT"/>
              <a:t> a good </a:t>
            </a:r>
            <a:r>
              <a:rPr lang="it-IT">
                <a:solidFill>
                  <a:srgbClr val="00B0F0"/>
                </a:solidFill>
              </a:rPr>
              <a:t>balance</a:t>
            </a:r>
            <a:r>
              <a:rPr lang="it-IT"/>
              <a:t> </a:t>
            </a:r>
            <a:r>
              <a:rPr lang="it-IT" err="1"/>
              <a:t>between</a:t>
            </a:r>
            <a:r>
              <a:rPr lang="it-IT"/>
              <a:t> </a:t>
            </a:r>
            <a:r>
              <a:rPr lang="it-IT" err="1">
                <a:solidFill>
                  <a:srgbClr val="FF0000"/>
                </a:solidFill>
              </a:rPr>
              <a:t>quality</a:t>
            </a:r>
            <a:r>
              <a:rPr lang="it-IT"/>
              <a:t> and </a:t>
            </a:r>
            <a:r>
              <a:rPr lang="it-IT" err="1">
                <a:solidFill>
                  <a:srgbClr val="00B050"/>
                </a:solidFill>
              </a:rPr>
              <a:t>quantity</a:t>
            </a:r>
            <a:r>
              <a:rPr lang="it-IT"/>
              <a:t> </a:t>
            </a:r>
          </a:p>
        </p:txBody>
      </p: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758F59E8-F602-D84D-DD00-6FC9551090A3}"/>
              </a:ext>
            </a:extLst>
          </p:cNvPr>
          <p:cNvCxnSpPr>
            <a:cxnSpLocks/>
          </p:cNvCxnSpPr>
          <p:nvPr/>
        </p:nvCxnSpPr>
        <p:spPr>
          <a:xfrm>
            <a:off x="4064000" y="3135736"/>
            <a:ext cx="2339181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1 14">
            <a:extLst>
              <a:ext uri="{FF2B5EF4-FFF2-40B4-BE49-F238E27FC236}">
                <a16:creationId xmlns:a16="http://schemas.microsoft.com/office/drawing/2014/main" id="{875E9619-76F9-FDD7-DE8C-705CA209D8CF}"/>
              </a:ext>
            </a:extLst>
          </p:cNvPr>
          <p:cNvCxnSpPr>
            <a:cxnSpLocks/>
          </p:cNvCxnSpPr>
          <p:nvPr/>
        </p:nvCxnSpPr>
        <p:spPr>
          <a:xfrm>
            <a:off x="5892800" y="4314787"/>
            <a:ext cx="1355163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1 17">
            <a:extLst>
              <a:ext uri="{FF2B5EF4-FFF2-40B4-BE49-F238E27FC236}">
                <a16:creationId xmlns:a16="http://schemas.microsoft.com/office/drawing/2014/main" id="{C645F82D-1681-A38B-3D03-1043E8B35E8A}"/>
              </a:ext>
            </a:extLst>
          </p:cNvPr>
          <p:cNvCxnSpPr>
            <a:cxnSpLocks/>
          </p:cNvCxnSpPr>
          <p:nvPr/>
        </p:nvCxnSpPr>
        <p:spPr>
          <a:xfrm>
            <a:off x="5892800" y="5902287"/>
            <a:ext cx="1355163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1 24">
            <a:extLst>
              <a:ext uri="{FF2B5EF4-FFF2-40B4-BE49-F238E27FC236}">
                <a16:creationId xmlns:a16="http://schemas.microsoft.com/office/drawing/2014/main" id="{76B61A8E-5E7A-5F48-8539-AA811E971EBC}"/>
              </a:ext>
            </a:extLst>
          </p:cNvPr>
          <p:cNvCxnSpPr>
            <a:cxnSpLocks/>
          </p:cNvCxnSpPr>
          <p:nvPr/>
        </p:nvCxnSpPr>
        <p:spPr>
          <a:xfrm>
            <a:off x="5892800" y="4510916"/>
            <a:ext cx="135516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1 25">
            <a:extLst>
              <a:ext uri="{FF2B5EF4-FFF2-40B4-BE49-F238E27FC236}">
                <a16:creationId xmlns:a16="http://schemas.microsoft.com/office/drawing/2014/main" id="{9008D97D-3953-C806-D154-C0694A1E0DB3}"/>
              </a:ext>
            </a:extLst>
          </p:cNvPr>
          <p:cNvCxnSpPr>
            <a:cxnSpLocks/>
          </p:cNvCxnSpPr>
          <p:nvPr/>
        </p:nvCxnSpPr>
        <p:spPr>
          <a:xfrm>
            <a:off x="5892800" y="4142616"/>
            <a:ext cx="135516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0" name="Input penna 29">
                <a:extLst>
                  <a:ext uri="{FF2B5EF4-FFF2-40B4-BE49-F238E27FC236}">
                    <a16:creationId xmlns:a16="http://schemas.microsoft.com/office/drawing/2014/main" id="{D5B6A8A1-7189-F16B-F427-FB2A0ACAAD19}"/>
                  </a:ext>
                </a:extLst>
              </p14:cNvPr>
              <p14:cNvContentPartPr/>
              <p14:nvPr/>
            </p14:nvContentPartPr>
            <p14:xfrm>
              <a:off x="9769180" y="-425760"/>
              <a:ext cx="360" cy="1800"/>
            </p14:xfrm>
          </p:contentPart>
        </mc:Choice>
        <mc:Fallback>
          <p:pic>
            <p:nvPicPr>
              <p:cNvPr id="30" name="Input penna 29">
                <a:extLst>
                  <a:ext uri="{FF2B5EF4-FFF2-40B4-BE49-F238E27FC236}">
                    <a16:creationId xmlns:a16="http://schemas.microsoft.com/office/drawing/2014/main" id="{D5B6A8A1-7189-F16B-F427-FB2A0ACAAD1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764860" y="-430080"/>
                <a:ext cx="9000" cy="1044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19F2B59-1281-9253-4F19-C35F49343777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244703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01_Polimi_centrato_COL_positivo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0" y="1721149"/>
            <a:ext cx="2730901" cy="2126951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4391836"/>
            <a:ext cx="7772400" cy="968375"/>
          </a:xfrm>
        </p:spPr>
        <p:txBody>
          <a:bodyPr>
            <a:normAutofit fontScale="90000"/>
          </a:bodyPr>
          <a:lstStyle/>
          <a:p>
            <a:pPr algn="ctr"/>
            <a:r>
              <a:rPr lang="en-IT"/>
              <a:t>Second Part (documental DB): MongoDB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78305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2A490-019A-2EE8-2F26-D789C7921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78" y="284940"/>
            <a:ext cx="8581043" cy="840400"/>
          </a:xfrm>
        </p:spPr>
        <p:txBody>
          <a:bodyPr/>
          <a:lstStyle/>
          <a:p>
            <a:r>
              <a:rPr lang="en-IT"/>
              <a:t>Second Part (</a:t>
            </a:r>
            <a:r>
              <a:rPr lang="en-IT" err="1"/>
              <a:t>documental</a:t>
            </a:r>
            <a:r>
              <a:rPr lang="en-IT"/>
              <a:t> DB): </a:t>
            </a:r>
            <a:r>
              <a:rPr lang="en-IT" err="1"/>
              <a:t>MongoDB</a:t>
            </a:r>
            <a:endParaRPr lang="it-IT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3E8E9-5F02-89AC-7098-FB0C91FCE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477" y="1638267"/>
            <a:ext cx="8500383" cy="39939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The aim of this second part is to design, structure and implement a document database in MongoDB to store a collection of articles.</a:t>
            </a:r>
            <a:endParaRPr lang="it-IT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E91CBC-B454-B8CB-AE81-E2C6E9413825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grpSp>
        <p:nvGrpSpPr>
          <p:cNvPr id="10" name="Group 8">
            <a:extLst>
              <a:ext uri="{FF2B5EF4-FFF2-40B4-BE49-F238E27FC236}">
                <a16:creationId xmlns:a16="http://schemas.microsoft.com/office/drawing/2014/main" id="{3BDB04E8-3D4C-A62C-2E48-034366D344C6}"/>
              </a:ext>
            </a:extLst>
          </p:cNvPr>
          <p:cNvGrpSpPr/>
          <p:nvPr/>
        </p:nvGrpSpPr>
        <p:grpSpPr>
          <a:xfrm>
            <a:off x="5251036" y="2582233"/>
            <a:ext cx="3482714" cy="3328118"/>
            <a:chOff x="2886075" y="2660167"/>
            <a:chExt cx="3482714" cy="3328118"/>
          </a:xfrm>
        </p:grpSpPr>
        <p:pic>
          <p:nvPicPr>
            <p:cNvPr id="6" name="Picture 2" descr="Building Microservices with Spring and Cloud Spanner | by Jonathan Manera |  Medium">
              <a:extLst>
                <a:ext uri="{FF2B5EF4-FFF2-40B4-BE49-F238E27FC236}">
                  <a16:creationId xmlns:a16="http://schemas.microsoft.com/office/drawing/2014/main" id="{8AA74295-1988-8B78-A977-7E96A342BF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3908" y="3009019"/>
              <a:ext cx="3282297" cy="2424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5">
              <a:extLst>
                <a:ext uri="{FF2B5EF4-FFF2-40B4-BE49-F238E27FC236}">
                  <a16:creationId xmlns:a16="http://schemas.microsoft.com/office/drawing/2014/main" id="{5496149F-658C-6968-7B63-062D0F1B35FA}"/>
                </a:ext>
              </a:extLst>
            </p:cNvPr>
            <p:cNvSpPr txBox="1"/>
            <p:nvPr/>
          </p:nvSpPr>
          <p:spPr>
            <a:xfrm>
              <a:off x="2886075" y="5383760"/>
              <a:ext cx="13620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rgbClr val="4486F7"/>
                  </a:solidFill>
                </a:rPr>
                <a:t>Consistency</a:t>
              </a:r>
              <a:endParaRPr lang="it-IT">
                <a:solidFill>
                  <a:srgbClr val="4486F7"/>
                </a:solidFill>
              </a:endParaRPr>
            </a:p>
          </p:txBody>
        </p:sp>
        <p:sp>
          <p:nvSpPr>
            <p:cNvPr id="8" name="TextBox 6">
              <a:extLst>
                <a:ext uri="{FF2B5EF4-FFF2-40B4-BE49-F238E27FC236}">
                  <a16:creationId xmlns:a16="http://schemas.microsoft.com/office/drawing/2014/main" id="{6FF563ED-8E53-D455-F3E7-7228EA35A0A3}"/>
                </a:ext>
              </a:extLst>
            </p:cNvPr>
            <p:cNvSpPr txBox="1"/>
            <p:nvPr/>
          </p:nvSpPr>
          <p:spPr>
            <a:xfrm>
              <a:off x="5238751" y="5341954"/>
              <a:ext cx="11300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rgbClr val="4486F7"/>
                  </a:solidFill>
                </a:rPr>
                <a:t>Partition Tolerance</a:t>
              </a:r>
              <a:endParaRPr lang="it-IT">
                <a:solidFill>
                  <a:srgbClr val="4486F7"/>
                </a:solidFill>
              </a:endParaRPr>
            </a:p>
          </p:txBody>
        </p:sp>
        <p:sp>
          <p:nvSpPr>
            <p:cNvPr id="9" name="TextBox 7">
              <a:extLst>
                <a:ext uri="{FF2B5EF4-FFF2-40B4-BE49-F238E27FC236}">
                  <a16:creationId xmlns:a16="http://schemas.microsoft.com/office/drawing/2014/main" id="{0E6474B7-0054-7F9D-12EC-ACB0BFDE7744}"/>
                </a:ext>
              </a:extLst>
            </p:cNvPr>
            <p:cNvSpPr txBox="1"/>
            <p:nvPr/>
          </p:nvSpPr>
          <p:spPr>
            <a:xfrm>
              <a:off x="3994018" y="2660167"/>
              <a:ext cx="13620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rgbClr val="4486F7"/>
                  </a:solidFill>
                </a:rPr>
                <a:t>Availability</a:t>
              </a:r>
              <a:endParaRPr lang="it-IT">
                <a:solidFill>
                  <a:srgbClr val="4486F7"/>
                </a:solidFill>
              </a:endParaRPr>
            </a:p>
          </p:txBody>
        </p:sp>
      </p:grpSp>
      <p:pic>
        <p:nvPicPr>
          <p:cNvPr id="11" name="Immagine 11">
            <a:extLst>
              <a:ext uri="{FF2B5EF4-FFF2-40B4-BE49-F238E27FC236}">
                <a16:creationId xmlns:a16="http://schemas.microsoft.com/office/drawing/2014/main" id="{7408B4C7-7526-9C43-39C8-17DCC6386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557" y="4786074"/>
            <a:ext cx="1585484" cy="435233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2E265F6-0A96-089B-B258-F27B5C767680}"/>
              </a:ext>
            </a:extLst>
          </p:cNvPr>
          <p:cNvSpPr txBox="1"/>
          <p:nvPr/>
        </p:nvSpPr>
        <p:spPr>
          <a:xfrm>
            <a:off x="355165" y="2405697"/>
            <a:ext cx="3037534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err="1">
                <a:latin typeface="Arial"/>
                <a:cs typeface="Segoe UI"/>
              </a:rPr>
              <a:t>MongoDb</a:t>
            </a:r>
            <a:r>
              <a:rPr lang="en-GB">
                <a:latin typeface="Arial"/>
                <a:cs typeface="Segoe UI"/>
              </a:rPr>
              <a:t>:</a:t>
            </a:r>
            <a:r>
              <a:rPr lang="en-US">
                <a:latin typeface="Arial"/>
                <a:cs typeface="Segoe UI"/>
              </a:rPr>
              <a:t>​</a:t>
            </a:r>
          </a:p>
          <a:p>
            <a:pPr>
              <a:buChar char="•"/>
            </a:pPr>
            <a:r>
              <a:rPr lang="en-US" err="1">
                <a:latin typeface="Arial"/>
                <a:cs typeface="Arial"/>
              </a:rPr>
              <a:t>Schemaless</a:t>
            </a:r>
            <a:r>
              <a:rPr lang="en-US">
                <a:latin typeface="Arial"/>
                <a:cs typeface="Arial"/>
              </a:rPr>
              <a:t>​</a:t>
            </a:r>
          </a:p>
          <a:p>
            <a:pPr>
              <a:buChar char="•"/>
            </a:pPr>
            <a:r>
              <a:rPr lang="en-GB">
                <a:latin typeface="Arial"/>
                <a:cs typeface="Arial"/>
              </a:rPr>
              <a:t>Flexibility</a:t>
            </a:r>
          </a:p>
          <a:p>
            <a:pPr>
              <a:buChar char="•"/>
            </a:pPr>
            <a:r>
              <a:rPr lang="en-GB">
                <a:latin typeface="Arial"/>
                <a:cs typeface="Arial"/>
              </a:rPr>
              <a:t>High scalability </a:t>
            </a:r>
          </a:p>
          <a:p>
            <a:pPr>
              <a:buChar char="•"/>
            </a:pPr>
            <a:r>
              <a:rPr lang="en-GB">
                <a:latin typeface="Arial"/>
                <a:cs typeface="Arial"/>
              </a:rPr>
              <a:t>NoSQL</a:t>
            </a:r>
          </a:p>
        </p:txBody>
      </p:sp>
      <p:pic>
        <p:nvPicPr>
          <p:cNvPr id="13" name="Immagine 13" descr="Immagine che contiene testo&#10;&#10;Descrizione generata automaticamente">
            <a:extLst>
              <a:ext uri="{FF2B5EF4-FFF2-40B4-BE49-F238E27FC236}">
                <a16:creationId xmlns:a16="http://schemas.microsoft.com/office/drawing/2014/main" id="{AE199E78-03F6-8AFC-6FC3-89671A0193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6631" r="-358" b="1190"/>
          <a:stretch/>
        </p:blipFill>
        <p:spPr>
          <a:xfrm>
            <a:off x="414031" y="4145969"/>
            <a:ext cx="1915752" cy="129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8796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2A490-019A-2EE8-2F26-D789C7921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78" y="284940"/>
            <a:ext cx="8581043" cy="840400"/>
          </a:xfrm>
        </p:spPr>
        <p:txBody>
          <a:bodyPr/>
          <a:lstStyle/>
          <a:p>
            <a:r>
              <a:rPr lang="it-IT" err="1"/>
              <a:t>Document</a:t>
            </a:r>
            <a:r>
              <a:rPr lang="it-IT"/>
              <a:t> </a:t>
            </a:r>
            <a:r>
              <a:rPr lang="it-IT" err="1"/>
              <a:t>Diagram</a:t>
            </a:r>
          </a:p>
        </p:txBody>
      </p:sp>
      <p:pic>
        <p:nvPicPr>
          <p:cNvPr id="5" name="Immagine 5">
            <a:extLst>
              <a:ext uri="{FF2B5EF4-FFF2-40B4-BE49-F238E27FC236}">
                <a16:creationId xmlns:a16="http://schemas.microsoft.com/office/drawing/2014/main" id="{5992CF72-7F18-5759-C2B9-A9CDEDCA14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0566" y="1290626"/>
            <a:ext cx="6892986" cy="484203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2E91CBC-B454-B8CB-AE81-E2C6E9413825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9225287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2A490-019A-2EE8-2F26-D789C7921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78" y="284940"/>
            <a:ext cx="8581043" cy="840400"/>
          </a:xfrm>
        </p:spPr>
        <p:txBody>
          <a:bodyPr/>
          <a:lstStyle/>
          <a:p>
            <a:r>
              <a:rPr lang="it-IT" err="1"/>
              <a:t>Document</a:t>
            </a:r>
            <a:r>
              <a:rPr lang="it-IT"/>
              <a:t> </a:t>
            </a:r>
            <a:r>
              <a:rPr lang="it-IT" err="1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E91CBC-B454-B8CB-AE81-E2C6E9413825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7" name="Immagine 7" descr="Immagine che contiene testo&#10;&#10;Descrizione generata automaticamente">
            <a:extLst>
              <a:ext uri="{FF2B5EF4-FFF2-40B4-BE49-F238E27FC236}">
                <a16:creationId xmlns:a16="http://schemas.microsoft.com/office/drawing/2014/main" id="{75E90BC0-3573-475A-B404-C3D4589905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0988" y="1272665"/>
            <a:ext cx="5016769" cy="4853498"/>
          </a:xfrm>
        </p:spPr>
      </p:pic>
    </p:spTree>
    <p:extLst>
      <p:ext uri="{BB962C8B-B14F-4D97-AF65-F5344CB8AC3E}">
        <p14:creationId xmlns:p14="http://schemas.microsoft.com/office/powerpoint/2010/main" val="21686312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80775-1CB6-B9B2-5232-7AC722C83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24" y="371276"/>
            <a:ext cx="8722714" cy="807922"/>
          </a:xfrm>
        </p:spPr>
        <p:txBody>
          <a:bodyPr/>
          <a:lstStyle/>
          <a:p>
            <a:pPr algn="l"/>
            <a:r>
              <a:rPr lang="en-IT">
                <a:solidFill>
                  <a:schemeClr val="bg1"/>
                </a:solidFill>
              </a:rPr>
              <a:t>An example of a query with its result (query 9):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31D70-B02E-3C1E-8B8C-B09FFCA72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01" y="1296888"/>
            <a:ext cx="8638409" cy="1960921"/>
          </a:xfrm>
        </p:spPr>
        <p:txBody>
          <a:bodyPr>
            <a:normAutofit/>
          </a:bodyPr>
          <a:lstStyle/>
          <a:p>
            <a:r>
              <a:rPr lang="en-GB" sz="1800"/>
              <a:t>This query takes all documents with more than 500 pages and date less than 2013-04-11, there is a sorting by the pages in ascending order, an unwind by referenced articles (bibliography) and takes all those with date greater than 2013-04-11 returning only the title of the ref and the </a:t>
            </a:r>
            <a:r>
              <a:rPr lang="en-GB" sz="1800" err="1"/>
              <a:t>doc_id</a:t>
            </a:r>
            <a:r>
              <a:rPr lang="en-GB" sz="1800"/>
              <a:t> of the source document. It shows only the first 10 results. 			               </a:t>
            </a:r>
          </a:p>
          <a:p>
            <a:r>
              <a:rPr lang="en-GB" sz="1800"/>
              <a:t>Complexity: Filtering (with </a:t>
            </a:r>
            <a:r>
              <a:rPr lang="en-GB" sz="1800" err="1"/>
              <a:t>subdocs</a:t>
            </a:r>
            <a:r>
              <a:rPr lang="en-GB" sz="1800"/>
              <a:t>), aggregation, unwind, refs.</a:t>
            </a:r>
            <a:endParaRPr lang="en-IT" sz="18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B65784-ED38-1D00-21A1-13AD4D903F5A}"/>
              </a:ext>
            </a:extLst>
          </p:cNvPr>
          <p:cNvSpPr txBox="1"/>
          <p:nvPr/>
        </p:nvSpPr>
        <p:spPr>
          <a:xfrm>
            <a:off x="0" y="3140119"/>
            <a:ext cx="4741883" cy="3000821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db.articles.aggregate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([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{ $match: { $and: [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    { pages: { $</a:t>
            </a:r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gte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: 500 } },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{ date: { $</a:t>
            </a:r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lt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: </a:t>
            </a:r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ISODate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('2013-04-11T00:00:00.000Z') } } ] } }, 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{ $sort: { pages: 1 } }, 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{ $unwind: { path: '$bibliography' } }, 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{ $match: { '</a:t>
            </a:r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bibliography.date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': {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    $</a:t>
            </a:r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gte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: </a:t>
            </a:r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ISODate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('2013-04-11T00:00:00.000Z') } } }, 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{ $project: { '</a:t>
            </a:r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bibliography.title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': 1, </a:t>
            </a:r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doc_id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: 1,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    _id: 0 } }, 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{ $limit: 10 }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])</a:t>
            </a:r>
          </a:p>
          <a:p>
            <a:endParaRPr lang="en-GB" sz="1350">
              <a:solidFill>
                <a:schemeClr val="bg1"/>
              </a:solidFill>
              <a:latin typeface="Comic Sans MS" panose="030F0902030302020204" pitchFamily="66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F0E9E1-7BF8-BC72-8CC7-4738F12A2627}"/>
              </a:ext>
            </a:extLst>
          </p:cNvPr>
          <p:cNvSpPr txBox="1"/>
          <p:nvPr/>
        </p:nvSpPr>
        <p:spPr>
          <a:xfrm>
            <a:off x="4784306" y="3101572"/>
            <a:ext cx="4206545" cy="294311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r>
              <a:rPr lang="en-IT" sz="975">
                <a:latin typeface="Comic Sans MS" panose="030F0902030302020204" pitchFamily="66" charset="0"/>
              </a:rPr>
              <a:t>[{ doc_id: 29,</a:t>
            </a:r>
          </a:p>
          <a:p>
            <a:r>
              <a:rPr lang="en-IT" sz="975">
                <a:latin typeface="Comic Sans MS" panose="030F0902030302020204" pitchFamily="66" charset="0"/>
              </a:rPr>
              <a:t>    bibliography: { title:'Datenbankkonzepte für wissensbasierte </a:t>
            </a:r>
          </a:p>
          <a:p>
            <a:r>
              <a:rPr lang="en-IT" sz="975">
                <a:latin typeface="Comic Sans MS" panose="030F0902030302020204" pitchFamily="66" charset="0"/>
              </a:rPr>
              <a:t>    Systeme'}},</a:t>
            </a:r>
          </a:p>
          <a:p>
            <a:endParaRPr lang="en-IT" sz="975">
              <a:latin typeface="Comic Sans MS" panose="030F0902030302020204" pitchFamily="66" charset="0"/>
            </a:endParaRPr>
          </a:p>
          <a:p>
            <a:r>
              <a:rPr lang="en-IT" sz="975">
                <a:latin typeface="Comic Sans MS" panose="030F0902030302020204" pitchFamily="66" charset="0"/>
              </a:rPr>
              <a:t>{ doc_id: 280,</a:t>
            </a:r>
          </a:p>
          <a:p>
            <a:r>
              <a:rPr lang="en-IT" sz="975">
                <a:latin typeface="Comic Sans MS" panose="030F0902030302020204" pitchFamily="66" charset="0"/>
              </a:rPr>
              <a:t>    bibliography: { title: 'Temporales Schließen in einem </a:t>
            </a:r>
          </a:p>
          <a:p>
            <a:r>
              <a:rPr lang="en-IT" sz="975">
                <a:latin typeface="Comic Sans MS" panose="030F0902030302020204" pitchFamily="66" charset="0"/>
              </a:rPr>
              <a:t>    natürlichsprachlichen System' } },</a:t>
            </a:r>
          </a:p>
          <a:p>
            <a:endParaRPr lang="en-IT" sz="975">
              <a:latin typeface="Comic Sans MS" panose="030F0902030302020204" pitchFamily="66" charset="0"/>
            </a:endParaRPr>
          </a:p>
          <a:p>
            <a:r>
              <a:rPr lang="en-IT" sz="975">
                <a:latin typeface="Comic Sans MS" panose="030F0902030302020204" pitchFamily="66" charset="0"/>
              </a:rPr>
              <a:t>{ doc_id: 383,</a:t>
            </a:r>
          </a:p>
          <a:p>
            <a:r>
              <a:rPr lang="en-IT" sz="975">
                <a:latin typeface="Comic Sans MS" panose="030F0902030302020204" pitchFamily="66" charset="0"/>
              </a:rPr>
              <a:t>    bibliography: { title: 'Chart-Parsing of Unification-Based </a:t>
            </a:r>
          </a:p>
          <a:p>
            <a:r>
              <a:rPr lang="en-IT" sz="975">
                <a:latin typeface="Comic Sans MS" panose="030F0902030302020204" pitchFamily="66" charset="0"/>
              </a:rPr>
              <a:t>    Grammars with ID/LP-Rules' } },</a:t>
            </a:r>
          </a:p>
          <a:p>
            <a:r>
              <a:rPr lang="en-IT" sz="975">
                <a:latin typeface="Comic Sans MS" panose="030F0902030302020204" pitchFamily="66" charset="0"/>
              </a:rPr>
              <a:t>    </a:t>
            </a:r>
          </a:p>
          <a:p>
            <a:r>
              <a:rPr lang="en-IT" sz="975">
                <a:latin typeface="Comic Sans MS" panose="030F0902030302020204" pitchFamily="66" charset="0"/>
              </a:rPr>
              <a:t>{ doc_id: 383,</a:t>
            </a:r>
          </a:p>
          <a:p>
            <a:r>
              <a:rPr lang="en-IT" sz="975">
                <a:latin typeface="Comic Sans MS" panose="030F0902030302020204" pitchFamily="66" charset="0"/>
              </a:rPr>
              <a:t>    bibliography: { title: 'Locating Matches of Tree Patterns </a:t>
            </a:r>
          </a:p>
          <a:p>
            <a:r>
              <a:rPr lang="en-IT" sz="975">
                <a:latin typeface="Comic Sans MS" panose="030F0902030302020204" pitchFamily="66" charset="0"/>
              </a:rPr>
              <a:t>    in Forests' } },</a:t>
            </a:r>
          </a:p>
          <a:p>
            <a:r>
              <a:rPr lang="en-IT" sz="975">
                <a:latin typeface="Comic Sans MS" panose="030F0902030302020204" pitchFamily="66" charset="0"/>
              </a:rPr>
              <a:t>    </a:t>
            </a:r>
          </a:p>
          <a:p>
            <a:r>
              <a:rPr lang="en-IT" sz="975">
                <a:latin typeface="Comic Sans MS" panose="030F0902030302020204" pitchFamily="66" charset="0"/>
              </a:rPr>
              <a:t>{ doc_id: 383,</a:t>
            </a:r>
          </a:p>
          <a:p>
            <a:r>
              <a:rPr lang="en-IT" sz="975">
                <a:latin typeface="Comic Sans MS" panose="030F0902030302020204" pitchFamily="66" charset="0"/>
              </a:rPr>
              <a:t>    bibliography: { title: 'Object Oriented DBMS as a Generalization </a:t>
            </a:r>
          </a:p>
          <a:p>
            <a:r>
              <a:rPr lang="en-IT" sz="975">
                <a:latin typeface="Comic Sans MS" panose="030F0902030302020204" pitchFamily="66" charset="0"/>
              </a:rPr>
              <a:t>    of Relational DBMS' } },   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1303C9-1365-294A-85FE-81819FD95DCF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007571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80775-1CB6-B9B2-5232-7AC722C83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24" y="371276"/>
            <a:ext cx="8722714" cy="807922"/>
          </a:xfrm>
        </p:spPr>
        <p:txBody>
          <a:bodyPr/>
          <a:lstStyle/>
          <a:p>
            <a:pPr algn="l"/>
            <a:r>
              <a:rPr lang="en-IT">
                <a:solidFill>
                  <a:schemeClr val="bg1"/>
                </a:solidFill>
              </a:rPr>
              <a:t>An example of a query with its result (query 9):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31D70-B02E-3C1E-8B8C-B09FFCA72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01" y="1296888"/>
            <a:ext cx="8638409" cy="1960921"/>
          </a:xfrm>
        </p:spPr>
        <p:txBody>
          <a:bodyPr>
            <a:normAutofit/>
          </a:bodyPr>
          <a:lstStyle/>
          <a:p>
            <a:r>
              <a:rPr lang="en-GB" sz="1800"/>
              <a:t>This query takes all documents with more than 500 pages and date less than 2013-04-11, there is a sorting by the pages in ascending order, an unwind by referenced articles (bibliography) and takes all those with date greater than 2013-04-11 returning only the title of the ref and the </a:t>
            </a:r>
            <a:r>
              <a:rPr lang="en-GB" sz="1800" err="1"/>
              <a:t>doc_id</a:t>
            </a:r>
            <a:r>
              <a:rPr lang="en-GB" sz="1800"/>
              <a:t> of the source document. It shows only the first 10 results. 			               </a:t>
            </a:r>
          </a:p>
          <a:p>
            <a:r>
              <a:rPr lang="en-GB" sz="1800"/>
              <a:t>Complexity: Filtering (with </a:t>
            </a:r>
            <a:r>
              <a:rPr lang="en-GB" sz="1800" err="1"/>
              <a:t>subdocs</a:t>
            </a:r>
            <a:r>
              <a:rPr lang="en-GB" sz="1800"/>
              <a:t>), aggregation, unwind, refs.</a:t>
            </a:r>
            <a:endParaRPr lang="en-IT" sz="18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B65784-ED38-1D00-21A1-13AD4D903F5A}"/>
              </a:ext>
            </a:extLst>
          </p:cNvPr>
          <p:cNvSpPr txBox="1"/>
          <p:nvPr/>
        </p:nvSpPr>
        <p:spPr>
          <a:xfrm>
            <a:off x="0" y="3140119"/>
            <a:ext cx="4741883" cy="3000821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db.articles.aggregate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([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{ $match: { $and: [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    { pages: { $</a:t>
            </a:r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gte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: 500 } },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{ date: { $</a:t>
            </a:r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lt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: </a:t>
            </a:r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ISODate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('2013-04-11T00:00:00.000Z') } } ] } }, 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{ $sort: { pages: 1 } }, 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{ $unwind: { path: '$bibliography' } }, 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{ $match: { '</a:t>
            </a:r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bibliography.date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': {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    $</a:t>
            </a:r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gte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: </a:t>
            </a:r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ISODate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('2013-04-11T00:00:00.000Z') } } }, 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{ $project: { '</a:t>
            </a:r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bibliography.title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': 1, </a:t>
            </a:r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doc_id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: 1,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    _id: 0 } }, 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{ $limit: 10 }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])</a:t>
            </a:r>
          </a:p>
          <a:p>
            <a:endParaRPr lang="en-GB" sz="1350">
              <a:solidFill>
                <a:schemeClr val="bg1"/>
              </a:solidFill>
              <a:latin typeface="Comic Sans MS" panose="030F0902030302020204" pitchFamily="66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F0E9E1-7BF8-BC72-8CC7-4738F12A2627}"/>
              </a:ext>
            </a:extLst>
          </p:cNvPr>
          <p:cNvSpPr txBox="1"/>
          <p:nvPr/>
        </p:nvSpPr>
        <p:spPr>
          <a:xfrm>
            <a:off x="4784306" y="3101572"/>
            <a:ext cx="4206545" cy="294311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r>
              <a:rPr lang="en-IT" sz="975">
                <a:latin typeface="Comic Sans MS" panose="030F0902030302020204" pitchFamily="66" charset="0"/>
              </a:rPr>
              <a:t>[{ doc_id: 29,</a:t>
            </a:r>
          </a:p>
          <a:p>
            <a:r>
              <a:rPr lang="en-IT" sz="975">
                <a:latin typeface="Comic Sans MS" panose="030F0902030302020204" pitchFamily="66" charset="0"/>
              </a:rPr>
              <a:t>    bibliography: { title:'Datenbankkonzepte für wissensbasierte </a:t>
            </a:r>
          </a:p>
          <a:p>
            <a:r>
              <a:rPr lang="en-IT" sz="975">
                <a:latin typeface="Comic Sans MS" panose="030F0902030302020204" pitchFamily="66" charset="0"/>
              </a:rPr>
              <a:t>    Systeme'}},</a:t>
            </a:r>
          </a:p>
          <a:p>
            <a:endParaRPr lang="en-IT" sz="975">
              <a:latin typeface="Comic Sans MS" panose="030F0902030302020204" pitchFamily="66" charset="0"/>
            </a:endParaRPr>
          </a:p>
          <a:p>
            <a:r>
              <a:rPr lang="en-IT" sz="975">
                <a:latin typeface="Comic Sans MS" panose="030F0902030302020204" pitchFamily="66" charset="0"/>
              </a:rPr>
              <a:t>{ doc_id: 280,</a:t>
            </a:r>
          </a:p>
          <a:p>
            <a:r>
              <a:rPr lang="en-IT" sz="975">
                <a:latin typeface="Comic Sans MS" panose="030F0902030302020204" pitchFamily="66" charset="0"/>
              </a:rPr>
              <a:t>    bibliography: { title: 'Temporales Schließen in einem </a:t>
            </a:r>
          </a:p>
          <a:p>
            <a:r>
              <a:rPr lang="en-IT" sz="975">
                <a:latin typeface="Comic Sans MS" panose="030F0902030302020204" pitchFamily="66" charset="0"/>
              </a:rPr>
              <a:t>    natürlichsprachlichen System' } },</a:t>
            </a:r>
          </a:p>
          <a:p>
            <a:endParaRPr lang="en-IT" sz="975">
              <a:latin typeface="Comic Sans MS" panose="030F0902030302020204" pitchFamily="66" charset="0"/>
            </a:endParaRPr>
          </a:p>
          <a:p>
            <a:r>
              <a:rPr lang="en-IT" sz="975">
                <a:latin typeface="Comic Sans MS" panose="030F0902030302020204" pitchFamily="66" charset="0"/>
              </a:rPr>
              <a:t>{ doc_id: 383,</a:t>
            </a:r>
          </a:p>
          <a:p>
            <a:r>
              <a:rPr lang="en-IT" sz="975">
                <a:latin typeface="Comic Sans MS" panose="030F0902030302020204" pitchFamily="66" charset="0"/>
              </a:rPr>
              <a:t>    bibliography: { title: 'Chart-Parsing of Unification-Based </a:t>
            </a:r>
          </a:p>
          <a:p>
            <a:r>
              <a:rPr lang="en-IT" sz="975">
                <a:latin typeface="Comic Sans MS" panose="030F0902030302020204" pitchFamily="66" charset="0"/>
              </a:rPr>
              <a:t>    Grammars with ID/LP-Rules' } },</a:t>
            </a:r>
          </a:p>
          <a:p>
            <a:r>
              <a:rPr lang="en-IT" sz="975">
                <a:latin typeface="Comic Sans MS" panose="030F0902030302020204" pitchFamily="66" charset="0"/>
              </a:rPr>
              <a:t>    </a:t>
            </a:r>
          </a:p>
          <a:p>
            <a:r>
              <a:rPr lang="en-IT" sz="975">
                <a:latin typeface="Comic Sans MS" panose="030F0902030302020204" pitchFamily="66" charset="0"/>
              </a:rPr>
              <a:t>{ doc_id: 383,</a:t>
            </a:r>
          </a:p>
          <a:p>
            <a:r>
              <a:rPr lang="en-IT" sz="975">
                <a:latin typeface="Comic Sans MS" panose="030F0902030302020204" pitchFamily="66" charset="0"/>
              </a:rPr>
              <a:t>    bibliography: { title: 'Locating Matches of Tree Patterns </a:t>
            </a:r>
          </a:p>
          <a:p>
            <a:r>
              <a:rPr lang="en-IT" sz="975">
                <a:latin typeface="Comic Sans MS" panose="030F0902030302020204" pitchFamily="66" charset="0"/>
              </a:rPr>
              <a:t>    in Forests' } },</a:t>
            </a:r>
          </a:p>
          <a:p>
            <a:r>
              <a:rPr lang="en-IT" sz="975">
                <a:latin typeface="Comic Sans MS" panose="030F0902030302020204" pitchFamily="66" charset="0"/>
              </a:rPr>
              <a:t>    </a:t>
            </a:r>
          </a:p>
          <a:p>
            <a:r>
              <a:rPr lang="en-IT" sz="975">
                <a:latin typeface="Comic Sans MS" panose="030F0902030302020204" pitchFamily="66" charset="0"/>
              </a:rPr>
              <a:t>{ doc_id: 383,</a:t>
            </a:r>
          </a:p>
          <a:p>
            <a:r>
              <a:rPr lang="en-IT" sz="975">
                <a:latin typeface="Comic Sans MS" panose="030F0902030302020204" pitchFamily="66" charset="0"/>
              </a:rPr>
              <a:t>    bibliography: { title: 'Object Oriented DBMS as a Generalization </a:t>
            </a:r>
          </a:p>
          <a:p>
            <a:r>
              <a:rPr lang="en-IT" sz="975">
                <a:latin typeface="Comic Sans MS" panose="030F0902030302020204" pitchFamily="66" charset="0"/>
              </a:rPr>
              <a:t>    of Relational DBMS' } },   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1303C9-1365-294A-85FE-81819FD95DCF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010611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B6C28-0291-4001-4AA3-068ED1899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42" y="190541"/>
            <a:ext cx="8516035" cy="807922"/>
          </a:xfrm>
        </p:spPr>
        <p:txBody>
          <a:bodyPr>
            <a:normAutofit/>
          </a:bodyPr>
          <a:lstStyle/>
          <a:p>
            <a:pPr algn="l"/>
            <a:r>
              <a:rPr lang="en-IT">
                <a:solidFill>
                  <a:schemeClr val="bg1"/>
                </a:solidFill>
              </a:rPr>
              <a:t>An example of a query with its result (query 2):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90C8A-BE20-3B2B-E8A5-7313BF9B3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89319"/>
            <a:ext cx="9144000" cy="623372"/>
          </a:xfrm>
        </p:spPr>
        <p:txBody>
          <a:bodyPr>
            <a:noAutofit/>
          </a:bodyPr>
          <a:lstStyle/>
          <a:p>
            <a:r>
              <a:rPr lang="it-IT" sz="1600"/>
              <a:t>So far </a:t>
            </a:r>
            <a:r>
              <a:rPr lang="it-IT" sz="1600" err="1"/>
              <a:t>we</a:t>
            </a:r>
            <a:r>
              <a:rPr lang="it-IT" sz="1600"/>
              <a:t> </a:t>
            </a:r>
            <a:r>
              <a:rPr lang="it-IT" sz="1600" err="1"/>
              <a:t>have</a:t>
            </a:r>
            <a:r>
              <a:rPr lang="it-IT" sz="1600"/>
              <a:t> </a:t>
            </a:r>
            <a:r>
              <a:rPr lang="it-IT" sz="1600" err="1"/>
              <a:t>explained</a:t>
            </a:r>
            <a:r>
              <a:rPr lang="it-IT" sz="1600"/>
              <a:t> </a:t>
            </a:r>
            <a:r>
              <a:rPr lang="it-IT" sz="1600" err="1"/>
              <a:t>that</a:t>
            </a:r>
            <a:r>
              <a:rPr lang="it-IT" sz="1600"/>
              <a:t> </a:t>
            </a:r>
            <a:r>
              <a:rPr lang="it-IT" sz="1600" err="1"/>
              <a:t>we</a:t>
            </a:r>
            <a:r>
              <a:rPr lang="it-IT" sz="1600"/>
              <a:t> </a:t>
            </a:r>
            <a:r>
              <a:rPr lang="it-IT" sz="1600" err="1"/>
              <a:t>designed</a:t>
            </a:r>
            <a:r>
              <a:rPr lang="it-IT" sz="1600"/>
              <a:t> the </a:t>
            </a:r>
            <a:r>
              <a:rPr lang="it-IT" sz="1600" err="1"/>
              <a:t>Document</a:t>
            </a:r>
            <a:r>
              <a:rPr lang="it-IT" sz="1600"/>
              <a:t> schema to best </a:t>
            </a:r>
            <a:r>
              <a:rPr lang="it-IT" sz="1600" err="1"/>
              <a:t>fit</a:t>
            </a:r>
            <a:r>
              <a:rPr lang="it-IT" sz="1600"/>
              <a:t> the</a:t>
            </a:r>
            <a:r>
              <a:rPr lang="it-IT" sz="1600" b="1"/>
              <a:t> </a:t>
            </a:r>
            <a:r>
              <a:rPr lang="it-IT" sz="1600" b="1" err="1"/>
              <a:t>application</a:t>
            </a:r>
            <a:r>
              <a:rPr lang="it-IT" sz="1600" b="1"/>
              <a:t> domain</a:t>
            </a:r>
            <a:r>
              <a:rPr lang="it-IT" sz="1600"/>
              <a:t>… But </a:t>
            </a:r>
            <a:r>
              <a:rPr lang="it-IT" sz="1600" err="1"/>
              <a:t>what</a:t>
            </a:r>
            <a:r>
              <a:rPr lang="it-IT" sz="1600"/>
              <a:t> </a:t>
            </a:r>
            <a:r>
              <a:rPr lang="it-IT" sz="1600" err="1"/>
              <a:t>does</a:t>
            </a:r>
            <a:r>
              <a:rPr lang="it-IT" sz="1600"/>
              <a:t> </a:t>
            </a:r>
            <a:r>
              <a:rPr lang="it-IT" sz="1600" err="1"/>
              <a:t>it</a:t>
            </a:r>
            <a:r>
              <a:rPr lang="it-IT" sz="1600"/>
              <a:t> </a:t>
            </a:r>
            <a:r>
              <a:rPr lang="it-IT" sz="1600" err="1"/>
              <a:t>mean</a:t>
            </a:r>
            <a:r>
              <a:rPr lang="it-IT" sz="1600"/>
              <a:t> in </a:t>
            </a:r>
            <a:r>
              <a:rPr lang="it-IT" sz="1600" err="1"/>
              <a:t>practice</a:t>
            </a:r>
            <a:r>
              <a:rPr lang="it-IT" sz="1600"/>
              <a:t> ? </a:t>
            </a:r>
            <a:endParaRPr lang="en-IT" sz="16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049084-62C2-716E-27A6-C347A3A117D7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8341A78-B20E-9F74-CC9E-DD0F634CC7DB}"/>
              </a:ext>
            </a:extLst>
          </p:cNvPr>
          <p:cNvSpPr txBox="1"/>
          <p:nvPr/>
        </p:nvSpPr>
        <p:spPr>
          <a:xfrm>
            <a:off x="0" y="1941937"/>
            <a:ext cx="92194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err="1"/>
              <a:t>Imagine</a:t>
            </a:r>
            <a:r>
              <a:rPr lang="it-IT" sz="1400"/>
              <a:t> </a:t>
            </a:r>
            <a:r>
              <a:rPr lang="it-IT" sz="1400" err="1"/>
              <a:t>that</a:t>
            </a:r>
            <a:r>
              <a:rPr lang="it-IT" sz="1400"/>
              <a:t> a user accesses an </a:t>
            </a:r>
            <a:r>
              <a:rPr lang="it-IT" sz="1400" err="1"/>
              <a:t>article</a:t>
            </a:r>
            <a:r>
              <a:rPr lang="it-IT" sz="1400"/>
              <a:t>, </a:t>
            </a:r>
            <a:r>
              <a:rPr lang="it-IT" sz="1400" err="1"/>
              <a:t>probably</a:t>
            </a:r>
            <a:r>
              <a:rPr lang="it-IT" sz="1400"/>
              <a:t> he </a:t>
            </a:r>
            <a:r>
              <a:rPr lang="it-IT" sz="1400" err="1"/>
              <a:t>is</a:t>
            </a:r>
            <a:r>
              <a:rPr lang="it-IT" sz="1400"/>
              <a:t> </a:t>
            </a:r>
            <a:r>
              <a:rPr lang="it-IT" sz="1400" err="1"/>
              <a:t>interested</a:t>
            </a:r>
            <a:r>
              <a:rPr lang="it-IT" sz="1400"/>
              <a:t> in the </a:t>
            </a:r>
            <a:r>
              <a:rPr lang="it-IT" sz="1400" err="1"/>
              <a:t>author’s</a:t>
            </a:r>
            <a:r>
              <a:rPr lang="it-IT" sz="1400"/>
              <a:t> general information</a:t>
            </a:r>
            <a:br>
              <a:rPr lang="it-IT" sz="1400"/>
            </a:br>
            <a:r>
              <a:rPr lang="it-IT" sz="1400"/>
              <a:t>like name and </a:t>
            </a:r>
            <a:r>
              <a:rPr lang="it-IT" sz="1400" err="1"/>
              <a:t>surname</a:t>
            </a:r>
            <a:r>
              <a:rPr lang="it-IT" sz="1400"/>
              <a:t>, </a:t>
            </a:r>
            <a:r>
              <a:rPr lang="it-IT" sz="1400" err="1"/>
              <a:t>probably</a:t>
            </a:r>
            <a:r>
              <a:rPr lang="it-IT" sz="1400"/>
              <a:t> </a:t>
            </a:r>
            <a:r>
              <a:rPr lang="it-IT" sz="1400" err="1"/>
              <a:t>not</a:t>
            </a:r>
            <a:r>
              <a:rPr lang="it-IT" sz="1400"/>
              <a:t> in </a:t>
            </a:r>
            <a:r>
              <a:rPr lang="it-IT" sz="1400" err="1"/>
              <a:t>bibliography</a:t>
            </a:r>
            <a:r>
              <a:rPr lang="it-IT" sz="1400"/>
              <a:t>…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661B4EF-ACD9-CEFB-F055-3F80F46C028A}"/>
              </a:ext>
            </a:extLst>
          </p:cNvPr>
          <p:cNvSpPr txBox="1"/>
          <p:nvPr/>
        </p:nvSpPr>
        <p:spPr>
          <a:xfrm>
            <a:off x="0" y="2551851"/>
            <a:ext cx="28774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err="1"/>
              <a:t>We</a:t>
            </a:r>
            <a:r>
              <a:rPr lang="it-IT"/>
              <a:t> can </a:t>
            </a:r>
            <a:r>
              <a:rPr lang="it-IT" err="1"/>
              <a:t>perform</a:t>
            </a:r>
            <a:r>
              <a:rPr lang="it-IT"/>
              <a:t> query </a:t>
            </a:r>
            <a:r>
              <a:rPr lang="it-IT" err="1"/>
              <a:t>that</a:t>
            </a:r>
            <a:r>
              <a:rPr lang="it-IT"/>
              <a:t> </a:t>
            </a:r>
            <a:r>
              <a:rPr lang="it-IT" err="1"/>
              <a:t>involeves</a:t>
            </a:r>
            <a:r>
              <a:rPr lang="it-IT"/>
              <a:t> </a:t>
            </a:r>
            <a:r>
              <a:rPr lang="it-IT" b="1" err="1">
                <a:solidFill>
                  <a:srgbClr val="FF0000"/>
                </a:solidFill>
              </a:rPr>
              <a:t>articles</a:t>
            </a:r>
            <a:r>
              <a:rPr lang="it-IT" b="1">
                <a:solidFill>
                  <a:srgbClr val="FF0000"/>
                </a:solidFill>
              </a:rPr>
              <a:t> </a:t>
            </a:r>
            <a:r>
              <a:rPr lang="it-IT" b="1"/>
              <a:t>and</a:t>
            </a:r>
            <a:r>
              <a:rPr lang="it-IT" b="1">
                <a:solidFill>
                  <a:srgbClr val="FF0000"/>
                </a:solidFill>
              </a:rPr>
              <a:t> </a:t>
            </a:r>
            <a:r>
              <a:rPr lang="it-IT" b="1" err="1">
                <a:solidFill>
                  <a:srgbClr val="0070C0"/>
                </a:solidFill>
              </a:rPr>
              <a:t>authors</a:t>
            </a:r>
            <a:r>
              <a:rPr lang="it-IT" b="1">
                <a:solidFill>
                  <a:srgbClr val="FF0000"/>
                </a:solidFill>
              </a:rPr>
              <a:t> </a:t>
            </a:r>
            <a:r>
              <a:rPr lang="it-IT" b="1"/>
              <a:t> </a:t>
            </a:r>
            <a:r>
              <a:rPr lang="it-IT" b="1" err="1"/>
              <a:t>without</a:t>
            </a:r>
            <a:r>
              <a:rPr lang="it-IT"/>
              <a:t>  </a:t>
            </a:r>
            <a:r>
              <a:rPr lang="it-IT" b="1" err="1"/>
              <a:t>costly</a:t>
            </a:r>
            <a:r>
              <a:rPr lang="it-IT"/>
              <a:t> </a:t>
            </a:r>
            <a:r>
              <a:rPr lang="it-IT" b="1"/>
              <a:t>joins, </a:t>
            </a:r>
            <a:r>
              <a:rPr lang="it-IT"/>
              <a:t>thanks to the </a:t>
            </a:r>
            <a:r>
              <a:rPr lang="it-IT" err="1"/>
              <a:t>authors_array</a:t>
            </a:r>
            <a:r>
              <a:rPr lang="it-IT"/>
              <a:t> preview ! </a:t>
            </a:r>
          </a:p>
        </p:txBody>
      </p:sp>
      <p:pic>
        <p:nvPicPr>
          <p:cNvPr id="10" name="Immagine 9" descr="Immagine che contiene testo&#10;&#10;Descrizione generata automaticamente">
            <a:extLst>
              <a:ext uri="{FF2B5EF4-FFF2-40B4-BE49-F238E27FC236}">
                <a16:creationId xmlns:a16="http://schemas.microsoft.com/office/drawing/2014/main" id="{A1421EC2-9B09-F69C-BCC3-A490BDB2E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385" y="2526198"/>
            <a:ext cx="6254615" cy="1730421"/>
          </a:xfrm>
          <a:prstGeom prst="rect">
            <a:avLst/>
          </a:prstGeom>
        </p:spPr>
      </p:pic>
      <p:cxnSp>
        <p:nvCxnSpPr>
          <p:cNvPr id="18" name="Connettore 1 17">
            <a:extLst>
              <a:ext uri="{FF2B5EF4-FFF2-40B4-BE49-F238E27FC236}">
                <a16:creationId xmlns:a16="http://schemas.microsoft.com/office/drawing/2014/main" id="{EBE9928F-FF52-8F51-3FD2-5BEAC9F741F1}"/>
              </a:ext>
            </a:extLst>
          </p:cNvPr>
          <p:cNvCxnSpPr/>
          <p:nvPr/>
        </p:nvCxnSpPr>
        <p:spPr>
          <a:xfrm>
            <a:off x="4342424" y="3792341"/>
            <a:ext cx="161907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1 19">
            <a:extLst>
              <a:ext uri="{FF2B5EF4-FFF2-40B4-BE49-F238E27FC236}">
                <a16:creationId xmlns:a16="http://schemas.microsoft.com/office/drawing/2014/main" id="{5F8DA0F8-E726-432C-641B-5FC626D4C1E1}"/>
              </a:ext>
            </a:extLst>
          </p:cNvPr>
          <p:cNvCxnSpPr/>
          <p:nvPr/>
        </p:nvCxnSpPr>
        <p:spPr>
          <a:xfrm>
            <a:off x="5650442" y="3391409"/>
            <a:ext cx="13254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1 20">
            <a:extLst>
              <a:ext uri="{FF2B5EF4-FFF2-40B4-BE49-F238E27FC236}">
                <a16:creationId xmlns:a16="http://schemas.microsoft.com/office/drawing/2014/main" id="{68990D8A-D1FB-C243-B6C1-A4B597C25719}"/>
              </a:ext>
            </a:extLst>
          </p:cNvPr>
          <p:cNvCxnSpPr>
            <a:cxnSpLocks/>
          </p:cNvCxnSpPr>
          <p:nvPr/>
        </p:nvCxnSpPr>
        <p:spPr>
          <a:xfrm>
            <a:off x="3398808" y="2778148"/>
            <a:ext cx="54528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CE8BC8F-5691-3C40-45E4-7B70AB090208}"/>
              </a:ext>
            </a:extLst>
          </p:cNvPr>
          <p:cNvSpPr txBox="1"/>
          <p:nvPr/>
        </p:nvSpPr>
        <p:spPr>
          <a:xfrm>
            <a:off x="101042" y="4113318"/>
            <a:ext cx="859933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200"/>
              <a:t>Results:</a:t>
            </a:r>
          </a:p>
          <a:p>
            <a:r>
              <a:rPr lang="en-IT" sz="1200"/>
              <a:t>[{ _id: ObjectId("637a5e477cc4275cf6f3e1a4"), </a:t>
            </a:r>
          </a:p>
          <a:p>
            <a:r>
              <a:rPr lang="en-IT" sz="1200"/>
              <a:t>title: 'Datenbankunterstützung für wissensbasierte Systeme', </a:t>
            </a:r>
          </a:p>
          <a:p>
            <a:r>
              <a:rPr lang="en-IT" sz="1200"/>
              <a:t>'number of authors': 5, </a:t>
            </a:r>
          </a:p>
          <a:p>
            <a:r>
              <a:rPr lang="en-IT" sz="1200"/>
              <a:t>'date of publication': 2005-10-30T20:29:07.000Z }, </a:t>
            </a:r>
          </a:p>
          <a:p>
            <a:endParaRPr lang="en-IT" sz="1200"/>
          </a:p>
          <a:p>
            <a:r>
              <a:rPr lang="en-IT" sz="1200"/>
              <a:t>{ _id: ObjectId("637a5e477cc4275cf6f3e1fb"), </a:t>
            </a:r>
          </a:p>
          <a:p>
            <a:r>
              <a:rPr lang="en-IT" sz="1200"/>
              <a:t>title: 'A Conceptual Model for Time', </a:t>
            </a:r>
          </a:p>
          <a:p>
            <a:r>
              <a:rPr lang="en-IT" sz="1200"/>
              <a:t>'number of authors': 5, </a:t>
            </a:r>
          </a:p>
          <a:p>
            <a:r>
              <a:rPr lang="en-IT" sz="1200"/>
              <a:t>'date of publication': 2004-05-07T23:47:03.000Z }, …</a:t>
            </a:r>
          </a:p>
        </p:txBody>
      </p:sp>
    </p:spTree>
    <p:extLst>
      <p:ext uri="{BB962C8B-B14F-4D97-AF65-F5344CB8AC3E}">
        <p14:creationId xmlns:p14="http://schemas.microsoft.com/office/powerpoint/2010/main" val="2026674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B6C28-0291-4001-4AA3-068ED1899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42" y="190541"/>
            <a:ext cx="8516035" cy="807922"/>
          </a:xfrm>
        </p:spPr>
        <p:txBody>
          <a:bodyPr>
            <a:normAutofit/>
          </a:bodyPr>
          <a:lstStyle/>
          <a:p>
            <a:pPr algn="l"/>
            <a:r>
              <a:rPr lang="en-IT">
                <a:solidFill>
                  <a:schemeClr val="bg1"/>
                </a:solidFill>
              </a:rPr>
              <a:t>An example of a query with its result (query 14):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90C8A-BE20-3B2B-E8A5-7313BF9B3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89319"/>
            <a:ext cx="9144000" cy="62337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 sz="1600"/>
              <a:t>In </a:t>
            </a:r>
            <a:r>
              <a:rPr lang="it-IT" sz="1600" err="1"/>
              <a:t>this</a:t>
            </a:r>
            <a:r>
              <a:rPr lang="it-IT" sz="1600"/>
              <a:t> way </a:t>
            </a:r>
            <a:r>
              <a:rPr lang="it-IT" sz="1600" err="1"/>
              <a:t>only</a:t>
            </a:r>
            <a:r>
              <a:rPr lang="it-IT" sz="1600"/>
              <a:t> in </a:t>
            </a:r>
            <a:r>
              <a:rPr lang="it-IT" sz="1600" err="1"/>
              <a:t>really</a:t>
            </a:r>
            <a:r>
              <a:rPr lang="it-IT" sz="1600"/>
              <a:t> </a:t>
            </a:r>
            <a:r>
              <a:rPr lang="it-IT" sz="1600" err="1"/>
              <a:t>complex</a:t>
            </a:r>
            <a:r>
              <a:rPr lang="it-IT" sz="1600"/>
              <a:t> and rare case </a:t>
            </a:r>
            <a:br>
              <a:rPr lang="it-IT" sz="1600"/>
            </a:br>
            <a:r>
              <a:rPr lang="it-IT" sz="1600"/>
              <a:t>a </a:t>
            </a:r>
            <a:r>
              <a:rPr lang="it-IT" sz="1600" b="1">
                <a:solidFill>
                  <a:srgbClr val="FF0000"/>
                </a:solidFill>
              </a:rPr>
              <a:t>join</a:t>
            </a:r>
            <a:r>
              <a:rPr lang="it-IT" sz="1600"/>
              <a:t> </a:t>
            </a:r>
            <a:r>
              <a:rPr lang="it-IT" sz="1600" err="1"/>
              <a:t>is</a:t>
            </a:r>
            <a:r>
              <a:rPr lang="it-IT" sz="1600"/>
              <a:t> </a:t>
            </a:r>
            <a:r>
              <a:rPr lang="it-IT" sz="1600" err="1"/>
              <a:t>required</a:t>
            </a:r>
            <a:r>
              <a:rPr lang="it-IT" sz="1600"/>
              <a:t> ! (</a:t>
            </a:r>
            <a:r>
              <a:rPr lang="it-IT" sz="1600" err="1"/>
              <a:t>here</a:t>
            </a:r>
            <a:r>
              <a:rPr lang="it-IT" sz="1600"/>
              <a:t> </a:t>
            </a:r>
            <a:r>
              <a:rPr lang="it-IT" sz="1600" err="1"/>
              <a:t>we</a:t>
            </a:r>
            <a:r>
              <a:rPr lang="it-IT" sz="1600"/>
              <a:t> </a:t>
            </a:r>
            <a:r>
              <a:rPr lang="it-IT" sz="1600" err="1"/>
              <a:t>need</a:t>
            </a:r>
            <a:r>
              <a:rPr lang="it-IT" sz="1600"/>
              <a:t> to access</a:t>
            </a:r>
            <a:endParaRPr lang="en-IT" sz="1600"/>
          </a:p>
          <a:p>
            <a:r>
              <a:rPr lang="it-IT" sz="1600"/>
              <a:t> to the </a:t>
            </a:r>
            <a:r>
              <a:rPr lang="it-IT" sz="1600" err="1"/>
              <a:t>attributes</a:t>
            </a:r>
            <a:r>
              <a:rPr lang="it-IT" sz="1600"/>
              <a:t> of the sub </a:t>
            </a:r>
            <a:r>
              <a:rPr lang="it-IT" sz="1600" err="1"/>
              <a:t>documents</a:t>
            </a:r>
            <a:r>
              <a:rPr lang="it-IT" sz="1600"/>
              <a:t>)</a:t>
            </a:r>
            <a:endParaRPr lang="en-IT" sz="16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049084-62C2-716E-27A6-C347A3A117D7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C7B277-65D6-7C5D-B730-D5598A333046}"/>
              </a:ext>
            </a:extLst>
          </p:cNvPr>
          <p:cNvSpPr txBox="1">
            <a:spLocks/>
          </p:cNvSpPr>
          <p:nvPr/>
        </p:nvSpPr>
        <p:spPr>
          <a:xfrm>
            <a:off x="227901" y="2708456"/>
            <a:ext cx="9144000" cy="6233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Wingdings" charset="2"/>
              <a:buNone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T" sz="1600"/>
          </a:p>
        </p:txBody>
      </p:sp>
      <p:pic>
        <p:nvPicPr>
          <p:cNvPr id="33" name="Immagine 32" descr="Immagine che contiene testo&#10;&#10;Descrizione generata automaticamente">
            <a:extLst>
              <a:ext uri="{FF2B5EF4-FFF2-40B4-BE49-F238E27FC236}">
                <a16:creationId xmlns:a16="http://schemas.microsoft.com/office/drawing/2014/main" id="{3C5B2619-504E-6921-985C-E314D9CBD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2529" y="1272902"/>
            <a:ext cx="3662201" cy="2253271"/>
          </a:xfrm>
          <a:prstGeom prst="rect">
            <a:avLst/>
          </a:prstGeom>
        </p:spPr>
      </p:pic>
      <p:pic>
        <p:nvPicPr>
          <p:cNvPr id="35" name="Immagine 34" descr="Immagine che contiene testo&#10;&#10;Descrizione generata automaticamente">
            <a:extLst>
              <a:ext uri="{FF2B5EF4-FFF2-40B4-BE49-F238E27FC236}">
                <a16:creationId xmlns:a16="http://schemas.microsoft.com/office/drawing/2014/main" id="{82CCA4D4-4515-2281-888C-FAEAC08B2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529" y="3221372"/>
            <a:ext cx="3580575" cy="2883146"/>
          </a:xfrm>
          <a:prstGeom prst="rect">
            <a:avLst/>
          </a:prstGeom>
        </p:spPr>
      </p:pic>
      <p:cxnSp>
        <p:nvCxnSpPr>
          <p:cNvPr id="37" name="Connettore 1 36">
            <a:extLst>
              <a:ext uri="{FF2B5EF4-FFF2-40B4-BE49-F238E27FC236}">
                <a16:creationId xmlns:a16="http://schemas.microsoft.com/office/drawing/2014/main" id="{0DE3D8A9-5180-C4F6-15FA-C71F0087DAD1}"/>
              </a:ext>
            </a:extLst>
          </p:cNvPr>
          <p:cNvCxnSpPr/>
          <p:nvPr/>
        </p:nvCxnSpPr>
        <p:spPr>
          <a:xfrm>
            <a:off x="5712903" y="3462917"/>
            <a:ext cx="44461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C8A2360-322D-7835-A517-9C8087B6E92B}"/>
              </a:ext>
            </a:extLst>
          </p:cNvPr>
          <p:cNvSpPr txBox="1"/>
          <p:nvPr/>
        </p:nvSpPr>
        <p:spPr>
          <a:xfrm>
            <a:off x="0" y="4220020"/>
            <a:ext cx="75462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400"/>
              <a:t>Results:</a:t>
            </a:r>
          </a:p>
          <a:p>
            <a:r>
              <a:rPr lang="en-IT" sz="1400"/>
              <a:t>[{ author: 'Rebecca Davnall', id: 672, Citations: 25 },</a:t>
            </a:r>
          </a:p>
          <a:p>
            <a:r>
              <a:rPr lang="en-IT" sz="1400"/>
              <a:t>{ author: 'Erich Gehlen', id: 19, Citations: 22 },</a:t>
            </a:r>
          </a:p>
          <a:p>
            <a:r>
              <a:rPr lang="en-IT" sz="1400"/>
              <a:t>{ author: 'Quinn Grundy', id: 936, Citations: 21 },</a:t>
            </a:r>
          </a:p>
          <a:p>
            <a:r>
              <a:rPr lang="en-IT" sz="1400"/>
              <a:t>{ author: 'Holger M. Wittmann', id: 75, Citations: 20 },</a:t>
            </a:r>
          </a:p>
          <a:p>
            <a:r>
              <a:rPr lang="en-IT" sz="1400"/>
              <a:t>{ author: 'Edoardo Datteri', id: 894, Citations: 20 }] 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FF48E59B-AEBB-75EB-2D3F-06CD85A78BE5}"/>
              </a:ext>
            </a:extLst>
          </p:cNvPr>
          <p:cNvSpPr txBox="1"/>
          <p:nvPr/>
        </p:nvSpPr>
        <p:spPr>
          <a:xfrm>
            <a:off x="0" y="2478684"/>
            <a:ext cx="53607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err="1"/>
              <a:t>This</a:t>
            </a:r>
            <a:r>
              <a:rPr lang="it-IT"/>
              <a:t> query </a:t>
            </a:r>
            <a:r>
              <a:rPr lang="it-IT" err="1"/>
              <a:t>retrieve</a:t>
            </a:r>
            <a:r>
              <a:rPr lang="it-IT"/>
              <a:t> the top 5 </a:t>
            </a:r>
            <a:r>
              <a:rPr lang="it-IT" err="1"/>
              <a:t>authors</a:t>
            </a:r>
            <a:r>
              <a:rPr lang="it-IT"/>
              <a:t> with  the major </a:t>
            </a:r>
            <a:r>
              <a:rPr lang="it-IT" err="1"/>
              <a:t>number</a:t>
            </a:r>
            <a:r>
              <a:rPr lang="it-IT"/>
              <a:t> of </a:t>
            </a:r>
            <a:r>
              <a:rPr lang="it-IT" err="1"/>
              <a:t>citations</a:t>
            </a:r>
            <a:r>
              <a:rPr lang="it-IT"/>
              <a:t> </a:t>
            </a:r>
            <a:r>
              <a:rPr lang="it-IT" err="1"/>
              <a:t>related</a:t>
            </a:r>
            <a:r>
              <a:rPr lang="it-IT"/>
              <a:t> to </a:t>
            </a:r>
            <a:r>
              <a:rPr lang="it-IT" err="1"/>
              <a:t>articles</a:t>
            </a:r>
            <a:r>
              <a:rPr lang="it-IT"/>
              <a:t> </a:t>
            </a:r>
            <a:r>
              <a:rPr lang="it-IT" err="1"/>
              <a:t>published</a:t>
            </a:r>
            <a:r>
              <a:rPr lang="it-IT"/>
              <a:t> after 1990 and with more </a:t>
            </a:r>
            <a:r>
              <a:rPr lang="it-IT" err="1"/>
              <a:t>than</a:t>
            </a:r>
            <a:r>
              <a:rPr lang="it-IT"/>
              <a:t> 100 pages.</a:t>
            </a:r>
          </a:p>
        </p:txBody>
      </p:sp>
    </p:spTree>
    <p:extLst>
      <p:ext uri="{BB962C8B-B14F-4D97-AF65-F5344CB8AC3E}">
        <p14:creationId xmlns:p14="http://schemas.microsoft.com/office/powerpoint/2010/main" val="6355927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B6C28-0291-4001-4AA3-068ED1899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42" y="190541"/>
            <a:ext cx="8516035" cy="807922"/>
          </a:xfrm>
        </p:spPr>
        <p:txBody>
          <a:bodyPr>
            <a:normAutofit/>
          </a:bodyPr>
          <a:lstStyle/>
          <a:p>
            <a:pPr algn="l"/>
            <a:r>
              <a:rPr lang="en-IT"/>
              <a:t>An example of a command</a:t>
            </a:r>
            <a:r>
              <a:rPr lang="it-IT"/>
              <a:t> </a:t>
            </a:r>
            <a:r>
              <a:rPr lang="en-IT"/>
              <a:t>(command 1):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90C8A-BE20-3B2B-E8A5-7313BF9B3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42" y="1511358"/>
            <a:ext cx="3699777" cy="761786"/>
          </a:xfrm>
        </p:spPr>
        <p:txBody>
          <a:bodyPr>
            <a:normAutofit/>
          </a:bodyPr>
          <a:lstStyle/>
          <a:p>
            <a:r>
              <a:rPr lang="it-IT" sz="1800" err="1"/>
              <a:t>What</a:t>
            </a:r>
            <a:r>
              <a:rPr lang="it-IT" sz="1800"/>
              <a:t> </a:t>
            </a:r>
            <a:r>
              <a:rPr lang="it-IT" sz="1800" err="1"/>
              <a:t>if</a:t>
            </a:r>
            <a:r>
              <a:rPr lang="it-IT" sz="1800"/>
              <a:t> a new </a:t>
            </a:r>
            <a:r>
              <a:rPr lang="it-IT" sz="1800" err="1"/>
              <a:t>kind</a:t>
            </a:r>
            <a:r>
              <a:rPr lang="it-IT" sz="1800"/>
              <a:t> of </a:t>
            </a:r>
            <a:r>
              <a:rPr lang="it-IT" sz="1800" err="1"/>
              <a:t>attribute</a:t>
            </a:r>
            <a:r>
              <a:rPr lang="it-IT" sz="1800"/>
              <a:t> </a:t>
            </a:r>
            <a:r>
              <a:rPr lang="it-IT" sz="1800" err="1"/>
              <a:t>is</a:t>
            </a:r>
            <a:r>
              <a:rPr lang="it-IT" sz="1800"/>
              <a:t> </a:t>
            </a:r>
            <a:r>
              <a:rPr lang="it-IT" sz="1800" err="1"/>
              <a:t>needed</a:t>
            </a:r>
            <a:r>
              <a:rPr lang="it-IT" sz="1800"/>
              <a:t> ? </a:t>
            </a:r>
            <a:endParaRPr lang="en-IT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049084-62C2-716E-27A6-C347A3A117D7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81A4B5B-F492-FB58-D9D5-48CC95AF4863}"/>
              </a:ext>
            </a:extLst>
          </p:cNvPr>
          <p:cNvSpPr txBox="1"/>
          <p:nvPr/>
        </p:nvSpPr>
        <p:spPr>
          <a:xfrm>
            <a:off x="372292" y="2890137"/>
            <a:ext cx="31572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err="1"/>
              <a:t>We</a:t>
            </a:r>
            <a:r>
              <a:rPr lang="it-IT"/>
              <a:t> exploit the </a:t>
            </a:r>
            <a:r>
              <a:rPr lang="it-IT" b="1" err="1">
                <a:solidFill>
                  <a:srgbClr val="00B050"/>
                </a:solidFill>
              </a:rPr>
              <a:t>flexibility</a:t>
            </a:r>
            <a:r>
              <a:rPr lang="it-IT"/>
              <a:t> of the </a:t>
            </a:r>
            <a:br>
              <a:rPr lang="it-IT"/>
            </a:br>
            <a:r>
              <a:rPr lang="it-IT" err="1"/>
              <a:t>doucumental</a:t>
            </a:r>
            <a:r>
              <a:rPr lang="it-IT"/>
              <a:t> </a:t>
            </a:r>
            <a:r>
              <a:rPr lang="it-IT" err="1"/>
              <a:t>structure</a:t>
            </a:r>
            <a:r>
              <a:rPr lang="it-IT"/>
              <a:t>   !  </a:t>
            </a:r>
          </a:p>
        </p:txBody>
      </p:sp>
      <p:pic>
        <p:nvPicPr>
          <p:cNvPr id="8" name="Immagine 7" descr="Immagine che contiene testo&#10;&#10;Descrizione generata automaticamente">
            <a:extLst>
              <a:ext uri="{FF2B5EF4-FFF2-40B4-BE49-F238E27FC236}">
                <a16:creationId xmlns:a16="http://schemas.microsoft.com/office/drawing/2014/main" id="{FD62C851-7A08-EDCA-B0B2-0C4562E97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777332"/>
            <a:ext cx="4191000" cy="1562100"/>
          </a:xfrm>
          <a:prstGeom prst="rect">
            <a:avLst/>
          </a:prstGeom>
        </p:spPr>
      </p:pic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79BC6243-73EE-F6A1-CE75-68C06461EC07}"/>
              </a:ext>
            </a:extLst>
          </p:cNvPr>
          <p:cNvCxnSpPr>
            <a:cxnSpLocks/>
          </p:cNvCxnSpPr>
          <p:nvPr/>
        </p:nvCxnSpPr>
        <p:spPr>
          <a:xfrm>
            <a:off x="4026716" y="4379053"/>
            <a:ext cx="12080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33BC3494-A233-FE7F-E19F-5397167F8BEA}"/>
              </a:ext>
            </a:extLst>
          </p:cNvPr>
          <p:cNvCxnSpPr>
            <a:cxnSpLocks/>
          </p:cNvCxnSpPr>
          <p:nvPr/>
        </p:nvCxnSpPr>
        <p:spPr>
          <a:xfrm>
            <a:off x="4026716" y="4984459"/>
            <a:ext cx="120801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arentesi graffa aperta 12">
            <a:extLst>
              <a:ext uri="{FF2B5EF4-FFF2-40B4-BE49-F238E27FC236}">
                <a16:creationId xmlns:a16="http://schemas.microsoft.com/office/drawing/2014/main" id="{82601C1A-C37E-F152-D6D0-4D150ECACF6A}"/>
              </a:ext>
            </a:extLst>
          </p:cNvPr>
          <p:cNvSpPr/>
          <p:nvPr/>
        </p:nvSpPr>
        <p:spPr>
          <a:xfrm>
            <a:off x="5343787" y="4077050"/>
            <a:ext cx="45719" cy="60400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12AA73BF-B8F1-52DE-A197-25C07C47FA7B}"/>
              </a:ext>
            </a:extLst>
          </p:cNvPr>
          <p:cNvCxnSpPr>
            <a:cxnSpLocks/>
          </p:cNvCxnSpPr>
          <p:nvPr/>
        </p:nvCxnSpPr>
        <p:spPr>
          <a:xfrm>
            <a:off x="4028114" y="4766345"/>
            <a:ext cx="12080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68A2E20-BA0D-6C89-21BA-4AA1DB9D44C1}"/>
              </a:ext>
            </a:extLst>
          </p:cNvPr>
          <p:cNvSpPr txBox="1"/>
          <p:nvPr/>
        </p:nvSpPr>
        <p:spPr>
          <a:xfrm>
            <a:off x="1594318" y="4799793"/>
            <a:ext cx="2206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A </a:t>
            </a:r>
            <a:r>
              <a:rPr lang="it-IT">
                <a:solidFill>
                  <a:srgbClr val="00B050"/>
                </a:solidFill>
              </a:rPr>
              <a:t>new</a:t>
            </a:r>
            <a:r>
              <a:rPr lang="it-IT"/>
              <a:t> field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added</a:t>
            </a:r>
            <a:r>
              <a:rPr lang="it-IT"/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6869524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 animBg="1"/>
      <p:bldP spid="1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01_Polimi_centrato_COL_positivo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0" y="1721149"/>
            <a:ext cx="2730901" cy="2126951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22500" y="4218736"/>
            <a:ext cx="7772400" cy="968375"/>
          </a:xfrm>
        </p:spPr>
        <p:txBody>
          <a:bodyPr>
            <a:normAutofit fontScale="90000"/>
          </a:bodyPr>
          <a:lstStyle/>
          <a:p>
            <a:pPr algn="ctr"/>
            <a:r>
              <a:rPr lang="en-IT"/>
              <a:t>Third part (</a:t>
            </a:r>
            <a:r>
              <a:rPr lang="it-IT" b="1">
                <a:effectLst/>
              </a:rPr>
              <a:t>large-scale data analysis</a:t>
            </a:r>
            <a:r>
              <a:rPr lang="en-IT"/>
              <a:t>): Spark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648763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B70761-4298-4BEC-2A5D-25AAD7728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2" y="256862"/>
            <a:ext cx="8581043" cy="840400"/>
          </a:xfrm>
        </p:spPr>
        <p:txBody>
          <a:bodyPr/>
          <a:lstStyle/>
          <a:p>
            <a:r>
              <a:rPr lang="it-IT"/>
              <a:t>Third Part: Apache Spark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F22B595-EFB4-0B66-E52E-F7EE8F7B7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179" y="1454958"/>
            <a:ext cx="8323726" cy="45259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/>
              <a:t>The </a:t>
            </a:r>
            <a:r>
              <a:rPr lang="it-IT" sz="2000" err="1"/>
              <a:t>aim</a:t>
            </a:r>
            <a:r>
              <a:rPr lang="it-IT" sz="2000"/>
              <a:t> of the </a:t>
            </a:r>
            <a:r>
              <a:rPr lang="it-IT" sz="2000" err="1"/>
              <a:t>third</a:t>
            </a:r>
            <a:r>
              <a:rPr lang="it-IT" sz="2000"/>
              <a:t> part </a:t>
            </a:r>
            <a:r>
              <a:rPr lang="it-IT" sz="2000" err="1"/>
              <a:t>is</a:t>
            </a:r>
            <a:r>
              <a:rPr lang="it-IT" sz="2000"/>
              <a:t> to load the data </a:t>
            </a:r>
            <a:r>
              <a:rPr lang="it-IT" sz="2000" err="1"/>
              <a:t>used</a:t>
            </a:r>
            <a:r>
              <a:rPr lang="it-IT" sz="2000"/>
              <a:t> in Neo4J on the Apache Spark </a:t>
            </a:r>
            <a:r>
              <a:rPr lang="it-IT" sz="2000" err="1"/>
              <a:t>distributed</a:t>
            </a:r>
            <a:r>
              <a:rPr lang="it-IT" sz="2000"/>
              <a:t> framework to </a:t>
            </a:r>
            <a:r>
              <a:rPr lang="it-IT" sz="2000" err="1"/>
              <a:t>perform</a:t>
            </a:r>
            <a:r>
              <a:rPr lang="it-IT" sz="2000"/>
              <a:t> </a:t>
            </a:r>
            <a:r>
              <a:rPr lang="it-IT" sz="2000" err="1"/>
              <a:t>analysis</a:t>
            </a:r>
            <a:r>
              <a:rPr lang="it-IT" sz="2000"/>
              <a:t> on </a:t>
            </a:r>
            <a:r>
              <a:rPr lang="it-IT" sz="2000" err="1"/>
              <a:t>them</a:t>
            </a:r>
            <a:r>
              <a:rPr lang="it-IT" sz="200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/>
              <a:t>Data </a:t>
            </a:r>
            <a:r>
              <a:rPr lang="it-IT" sz="2000" err="1"/>
              <a:t>is</a:t>
            </a:r>
            <a:r>
              <a:rPr lang="it-IT" sz="2000"/>
              <a:t> </a:t>
            </a:r>
            <a:r>
              <a:rPr lang="it-IT" sz="2000" err="1"/>
              <a:t>loaded</a:t>
            </a:r>
            <a:r>
              <a:rPr lang="it-IT" sz="2000"/>
              <a:t> and </a:t>
            </a:r>
            <a:r>
              <a:rPr lang="it-IT" sz="2000" err="1"/>
              <a:t>managed</a:t>
            </a:r>
            <a:r>
              <a:rPr lang="it-IT" sz="2000"/>
              <a:t> </a:t>
            </a:r>
            <a:r>
              <a:rPr lang="it-IT" sz="2000" err="1"/>
              <a:t>into</a:t>
            </a:r>
            <a:r>
              <a:rPr lang="it-IT" sz="2000"/>
              <a:t> Spark </a:t>
            </a:r>
            <a:r>
              <a:rPr lang="it-IT" sz="2000" err="1"/>
              <a:t>using</a:t>
            </a:r>
            <a:r>
              <a:rPr lang="it-IT" sz="2000"/>
              <a:t> the Python library </a:t>
            </a:r>
            <a:r>
              <a:rPr lang="it-IT" sz="2000" err="1"/>
              <a:t>PySpark</a:t>
            </a:r>
            <a:r>
              <a:rPr lang="it-IT" sz="200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/>
              <a:t>Spark SQL </a:t>
            </a:r>
            <a:r>
              <a:rPr lang="it-IT" sz="2000" err="1"/>
              <a:t>is</a:t>
            </a:r>
            <a:r>
              <a:rPr lang="it-IT" sz="2000"/>
              <a:t> a </a:t>
            </a:r>
            <a:r>
              <a:rPr lang="it-IT" sz="2000" err="1"/>
              <a:t>module</a:t>
            </a:r>
            <a:r>
              <a:rPr lang="it-IT" sz="2000"/>
              <a:t> </a:t>
            </a:r>
            <a:r>
              <a:rPr lang="it-IT" sz="2000" err="1"/>
              <a:t>which</a:t>
            </a:r>
            <a:r>
              <a:rPr lang="it-IT" sz="2000"/>
              <a:t> </a:t>
            </a:r>
            <a:r>
              <a:rPr lang="it-IT" sz="2000" err="1"/>
              <a:t>lies</a:t>
            </a:r>
            <a:r>
              <a:rPr lang="it-IT" sz="2000"/>
              <a:t> </a:t>
            </a:r>
            <a:r>
              <a:rPr lang="it-IT" sz="2000" err="1"/>
              <a:t>above</a:t>
            </a:r>
            <a:r>
              <a:rPr lang="it-IT" sz="2000"/>
              <a:t> the Spark core and</a:t>
            </a:r>
            <a:r>
              <a:rPr lang="it-IT" sz="2000" b="1"/>
              <a:t> </a:t>
            </a:r>
            <a:r>
              <a:rPr lang="it-IT" sz="2000" err="1"/>
              <a:t>gives</a:t>
            </a:r>
            <a:r>
              <a:rPr lang="it-IT" sz="2000"/>
              <a:t> an </a:t>
            </a:r>
            <a:r>
              <a:rPr lang="it-IT" sz="2000" err="1"/>
              <a:t>higher</a:t>
            </a:r>
            <a:r>
              <a:rPr lang="it-IT" sz="2000"/>
              <a:t> </a:t>
            </a:r>
            <a:r>
              <a:rPr lang="it-IT" sz="2000" err="1"/>
              <a:t>level</a:t>
            </a:r>
            <a:r>
              <a:rPr lang="it-IT" sz="2000"/>
              <a:t> of </a:t>
            </a:r>
            <a:r>
              <a:rPr lang="it-IT" sz="2000" err="1"/>
              <a:t>abstraction</a:t>
            </a:r>
            <a:r>
              <a:rPr lang="it-IT" sz="2000"/>
              <a:t> in the system. </a:t>
            </a:r>
            <a:r>
              <a:rPr lang="it-IT" sz="2000" err="1"/>
              <a:t>It</a:t>
            </a:r>
            <a:r>
              <a:rPr lang="it-IT" sz="2000"/>
              <a:t> </a:t>
            </a:r>
            <a:r>
              <a:rPr lang="it-IT" sz="2000" err="1"/>
              <a:t>allows</a:t>
            </a:r>
            <a:r>
              <a:rPr lang="it-IT" sz="2000"/>
              <a:t> to work on the data as in a relational database.</a:t>
            </a:r>
          </a:p>
          <a:p>
            <a:endParaRPr lang="it-IT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5AAA385F-CCD8-45D4-A4AF-14586D0FC5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81" t="19959" r="4081" b="11865"/>
          <a:stretch/>
        </p:blipFill>
        <p:spPr>
          <a:xfrm>
            <a:off x="2245252" y="3935223"/>
            <a:ext cx="5078994" cy="200531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60A8B89-33C1-4F62-1E63-AD59D0814293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1060268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16D869-4035-FB77-2F23-B93385FE9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ER </a:t>
            </a:r>
            <a:r>
              <a:rPr lang="it-IT" err="1"/>
              <a:t>Diagram</a:t>
            </a:r>
            <a:r>
              <a:rPr lang="it-IT"/>
              <a:t> (for the </a:t>
            </a:r>
            <a:r>
              <a:rPr lang="it-IT" err="1"/>
              <a:t>spark</a:t>
            </a:r>
            <a:r>
              <a:rPr lang="it-IT"/>
              <a:t> </a:t>
            </a:r>
            <a:r>
              <a:rPr lang="it-IT" err="1"/>
              <a:t>assignment</a:t>
            </a:r>
            <a:r>
              <a:rPr lang="it-IT"/>
              <a:t>)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B03A436E-4C59-FF3C-398C-E24B595A3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9233" y="2404999"/>
            <a:ext cx="2615643" cy="154913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EC80FC-A754-84E7-C3E5-411B25834C04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84DB4F95-36DF-D4BE-1D8F-87DA5F3507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r="-813" b="24619"/>
          <a:stretch/>
        </p:blipFill>
        <p:spPr>
          <a:xfrm>
            <a:off x="624601" y="1381245"/>
            <a:ext cx="7894798" cy="449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919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80775-1CB6-B9B2-5232-7AC722C83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>
                <a:solidFill>
                  <a:schemeClr val="bg1"/>
                </a:solidFill>
              </a:rPr>
              <a:t>Example of </a:t>
            </a:r>
            <a:r>
              <a:rPr lang="it-IT">
                <a:solidFill>
                  <a:schemeClr val="bg1"/>
                </a:solidFill>
              </a:rPr>
              <a:t>a </a:t>
            </a:r>
            <a:r>
              <a:rPr lang="en-IT">
                <a:solidFill>
                  <a:schemeClr val="bg1"/>
                </a:solidFill>
              </a:rPr>
              <a:t>quer</a:t>
            </a:r>
            <a:r>
              <a:rPr lang="it-IT">
                <a:solidFill>
                  <a:schemeClr val="bg1"/>
                </a:solidFill>
              </a:rPr>
              <a:t>y (Query 6)</a:t>
            </a:r>
            <a:endParaRPr lang="en-IT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31D70-B02E-3C1E-8B8C-B09FFCA72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T">
                <a:solidFill>
                  <a:schemeClr val="bg1"/>
                </a:solidFill>
              </a:rPr>
              <a:t>Da scegliere insieme!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461CFF-FAB2-2F40-5805-0EF4021A2D3B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FA5EC0DA-1DBC-6614-CE01-0211E7886E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697"/>
          <a:stretch/>
        </p:blipFill>
        <p:spPr>
          <a:xfrm>
            <a:off x="3746428" y="2346880"/>
            <a:ext cx="5293018" cy="256258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557CFDF0-3239-8FD8-4A2E-D5B903947478}"/>
              </a:ext>
            </a:extLst>
          </p:cNvPr>
          <p:cNvSpPr txBox="1"/>
          <p:nvPr/>
        </p:nvSpPr>
        <p:spPr>
          <a:xfrm>
            <a:off x="176980" y="1673340"/>
            <a:ext cx="32218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This query returns the years when were published more than 3 </a:t>
            </a:r>
            <a:r>
              <a:rPr lang="en-US" err="1"/>
              <a:t>incollections</a:t>
            </a:r>
            <a:r>
              <a:rPr lang="en-US"/>
              <a:t> citing at least 5 other </a:t>
            </a:r>
            <a:r>
              <a:rPr lang="en-US" err="1"/>
              <a:t>incollections</a:t>
            </a:r>
            <a:r>
              <a:rPr lang="en-US"/>
              <a:t>.</a:t>
            </a:r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C9AFBF4B-584E-931F-6287-D0B8E801435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0" t="787" r="72215" b="-787"/>
          <a:stretch/>
        </p:blipFill>
        <p:spPr>
          <a:xfrm>
            <a:off x="270027" y="3183986"/>
            <a:ext cx="3035734" cy="290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797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4B3C72-C797-F059-3CC9-3DEC75784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Example of a command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7A9E0EA5-970D-221B-BF7A-95EF4BABE0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9258" r="3488" b="27728"/>
          <a:stretch/>
        </p:blipFill>
        <p:spPr>
          <a:xfrm>
            <a:off x="1375585" y="2469735"/>
            <a:ext cx="7548298" cy="1102259"/>
          </a:xfr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2AFA2EE-BCCD-9638-C00E-3C9137E27D2C}"/>
              </a:ext>
            </a:extLst>
          </p:cNvPr>
          <p:cNvSpPr txBox="1"/>
          <p:nvPr/>
        </p:nvSpPr>
        <p:spPr>
          <a:xfrm>
            <a:off x="153908" y="1628482"/>
            <a:ext cx="7885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This command updates the email address of the author called «Borko Furht»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C22BAE7-514D-996F-BEE0-8B0984375B4D}"/>
              </a:ext>
            </a:extLst>
          </p:cNvPr>
          <p:cNvSpPr txBox="1"/>
          <p:nvPr/>
        </p:nvSpPr>
        <p:spPr>
          <a:xfrm>
            <a:off x="153908" y="2759254"/>
            <a:ext cx="1221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err="1">
                <a:solidFill>
                  <a:srgbClr val="FF0000"/>
                </a:solidFill>
              </a:rPr>
              <a:t>DataFrame</a:t>
            </a:r>
            <a:r>
              <a:rPr lang="it-IT" sz="1400">
                <a:solidFill>
                  <a:srgbClr val="FF0000"/>
                </a:solidFill>
              </a:rPr>
              <a:t> </a:t>
            </a:r>
            <a:r>
              <a:rPr lang="it-IT" sz="1400" err="1">
                <a:solidFill>
                  <a:srgbClr val="FF0000"/>
                </a:solidFill>
              </a:rPr>
              <a:t>is</a:t>
            </a:r>
            <a:r>
              <a:rPr lang="it-IT" sz="1400">
                <a:solidFill>
                  <a:srgbClr val="FF0000"/>
                </a:solidFill>
              </a:rPr>
              <a:t> </a:t>
            </a:r>
            <a:r>
              <a:rPr lang="it-IT" sz="1400" err="1">
                <a:solidFill>
                  <a:srgbClr val="FF0000"/>
                </a:solidFill>
              </a:rPr>
              <a:t>immutable</a:t>
            </a:r>
            <a:r>
              <a:rPr lang="it-IT" sz="1400">
                <a:solidFill>
                  <a:srgbClr val="FF0000"/>
                </a:solidFill>
              </a:rPr>
              <a:t>!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08F0AF68-2529-C692-DD30-A86A8CD5E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541" y="4167246"/>
            <a:ext cx="3693459" cy="905522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4B44335F-CC27-FE6D-E6A1-79AB3D2CED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0588" y="4192646"/>
            <a:ext cx="3334871" cy="870012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BA7558ED-ED52-902A-201C-F1D49F078E4B}"/>
              </a:ext>
            </a:extLst>
          </p:cNvPr>
          <p:cNvSpPr txBox="1"/>
          <p:nvPr/>
        </p:nvSpPr>
        <p:spPr>
          <a:xfrm>
            <a:off x="2323717" y="5233154"/>
            <a:ext cx="80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Before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DCCEEFB-36C3-4525-21B1-DC5382CA5676}"/>
              </a:ext>
            </a:extLst>
          </p:cNvPr>
          <p:cNvSpPr txBox="1"/>
          <p:nvPr/>
        </p:nvSpPr>
        <p:spPr>
          <a:xfrm>
            <a:off x="6268894" y="5240774"/>
            <a:ext cx="658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After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ED5898-31C1-28AB-3B93-EB5681E8C6FB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3450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7E032-EEC6-829F-CDE9-3C7EFCC53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78" y="444762"/>
            <a:ext cx="8581043" cy="840400"/>
          </a:xfrm>
        </p:spPr>
        <p:txBody>
          <a:bodyPr>
            <a:normAutofit/>
          </a:bodyPr>
          <a:lstStyle/>
          <a:p>
            <a:pPr algn="ctr"/>
            <a:r>
              <a:rPr lang="en-IT" sz="2400"/>
              <a:t>Conclusions: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8C200-4A9D-91DA-A2B5-127B8CE00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478" y="1584548"/>
            <a:ext cx="8781041" cy="2998371"/>
          </a:xfrm>
        </p:spPr>
        <p:txBody>
          <a:bodyPr/>
          <a:lstStyle/>
          <a:p>
            <a:r>
              <a:rPr lang="en-IT"/>
              <a:t>This project was very useful to understand how to manage </a:t>
            </a:r>
            <a:r>
              <a:rPr lang="it-IT"/>
              <a:t>large </a:t>
            </a:r>
            <a:r>
              <a:rPr lang="it-IT" err="1"/>
              <a:t>amounts</a:t>
            </a:r>
            <a:r>
              <a:rPr lang="it-IT"/>
              <a:t> </a:t>
            </a:r>
            <a:r>
              <a:rPr lang="en-IT"/>
              <a:t>of unstructured datas, also using script to “</a:t>
            </a:r>
            <a:r>
              <a:rPr lang="it-IT" err="1"/>
              <a:t>clean</a:t>
            </a:r>
            <a:r>
              <a:rPr lang="en-IT"/>
              <a:t>” them!</a:t>
            </a:r>
            <a:br>
              <a:rPr lang="en-IT"/>
            </a:br>
            <a:r>
              <a:rPr lang="en-IT"/>
              <a:t>The group works well together.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7C6C9D-5FC6-3648-B2E7-DB271664F639}"/>
              </a:ext>
            </a:extLst>
          </p:cNvPr>
          <p:cNvSpPr txBox="1"/>
          <p:nvPr/>
        </p:nvSpPr>
        <p:spPr>
          <a:xfrm>
            <a:off x="281478" y="4882305"/>
            <a:ext cx="4575131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350"/>
              <a:t>References: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1350">
                <a:hlinkClick r:id="rId2"/>
              </a:rPr>
              <a:t>https://github.com/alessandroromito/SMBUD-project2022</a:t>
            </a:r>
            <a:endParaRPr lang="en-GB" sz="135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1350">
                <a:hlinkClick r:id="rId3"/>
              </a:rPr>
              <a:t>https://www.overleaf.com/project/63515ce30659266f3659cda8</a:t>
            </a:r>
            <a:endParaRPr lang="en-GB" sz="1350"/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IT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FBC46B-8F48-378C-ECBB-46F4D49BD5F0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8D814B-EB07-554E-2CA1-EC1B95042A74}"/>
              </a:ext>
            </a:extLst>
          </p:cNvPr>
          <p:cNvSpPr txBox="1"/>
          <p:nvPr/>
        </p:nvSpPr>
        <p:spPr>
          <a:xfrm>
            <a:off x="2545236" y="3429000"/>
            <a:ext cx="2733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Challenges</a:t>
            </a:r>
          </a:p>
        </p:txBody>
      </p:sp>
    </p:spTree>
    <p:extLst>
      <p:ext uri="{BB962C8B-B14F-4D97-AF65-F5344CB8AC3E}">
        <p14:creationId xmlns:p14="http://schemas.microsoft.com/office/powerpoint/2010/main" val="26161218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/>
          <p:cNvSpPr>
            <a:spLocks noGrp="1"/>
          </p:cNvSpPr>
          <p:nvPr>
            <p:ph type="ctrTitle" idx="4294967295"/>
          </p:nvPr>
        </p:nvSpPr>
        <p:spPr>
          <a:xfrm>
            <a:off x="641534" y="4149725"/>
            <a:ext cx="7772400" cy="968375"/>
          </a:xfrm>
        </p:spPr>
        <p:txBody>
          <a:bodyPr>
            <a:noAutofit/>
          </a:bodyPr>
          <a:lstStyle/>
          <a:p>
            <a:pPr algn="ctr"/>
            <a:r>
              <a:rPr lang="it-IT" sz="2800"/>
              <a:t>Titolo presentazione</a:t>
            </a:r>
            <a:br>
              <a:rPr lang="it-IT" sz="2800"/>
            </a:br>
            <a:r>
              <a:rPr lang="it-IT" sz="2800"/>
              <a:t>sottotitolo</a:t>
            </a:r>
          </a:p>
        </p:txBody>
      </p:sp>
      <p:sp>
        <p:nvSpPr>
          <p:cNvPr id="11" name="Sottotitolo 10"/>
          <p:cNvSpPr>
            <a:spLocks noGrp="1"/>
          </p:cNvSpPr>
          <p:nvPr>
            <p:ph type="subTitle" idx="4294967295"/>
          </p:nvPr>
        </p:nvSpPr>
        <p:spPr>
          <a:xfrm>
            <a:off x="641534" y="5118100"/>
            <a:ext cx="7772400" cy="1333500"/>
          </a:xfrm>
        </p:spPr>
        <p:txBody>
          <a:bodyPr>
            <a:normAutofit/>
          </a:bodyPr>
          <a:lstStyle/>
          <a:p>
            <a:pPr algn="ctr"/>
            <a:r>
              <a:rPr lang="it-IT" b="1">
                <a:solidFill>
                  <a:schemeClr val="bg1"/>
                </a:solidFill>
              </a:rPr>
              <a:t>Milano, XX mese 20XX</a:t>
            </a:r>
          </a:p>
          <a:p>
            <a:endParaRPr lang="it-IT"/>
          </a:p>
        </p:txBody>
      </p:sp>
      <p:sp>
        <p:nvSpPr>
          <p:cNvPr id="9" name="Rettangolo 8"/>
          <p:cNvSpPr/>
          <p:nvPr/>
        </p:nvSpPr>
        <p:spPr>
          <a:xfrm>
            <a:off x="0" y="-14020"/>
            <a:ext cx="9144000" cy="6886039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F1EFCE-C560-A11D-2BF0-3ADA836E4D2A}"/>
              </a:ext>
            </a:extLst>
          </p:cNvPr>
          <p:cNvSpPr txBox="1"/>
          <p:nvPr/>
        </p:nvSpPr>
        <p:spPr>
          <a:xfrm>
            <a:off x="6629465" y="6147375"/>
            <a:ext cx="24814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400">
                <a:solidFill>
                  <a:schemeClr val="bg1"/>
                </a:solidFill>
                <a:cs typeface="Arial"/>
              </a:rPr>
              <a:t>Professors:</a:t>
            </a:r>
          </a:p>
          <a:p>
            <a:pPr algn="r"/>
            <a:r>
              <a:rPr lang="en-GB" sz="1400">
                <a:solidFill>
                  <a:schemeClr val="bg1"/>
                </a:solidFill>
                <a:cs typeface="Arial"/>
              </a:rPr>
              <a:t>Prof. Marco Brambilla</a:t>
            </a:r>
          </a:p>
          <a:p>
            <a:pPr algn="r"/>
            <a:r>
              <a:rPr lang="en-GB" sz="1400" err="1">
                <a:solidFill>
                  <a:schemeClr val="bg1"/>
                </a:solidFill>
                <a:cs typeface="Arial"/>
              </a:rPr>
              <a:t>Dr.</a:t>
            </a:r>
            <a:r>
              <a:rPr lang="en-GB" sz="1400">
                <a:solidFill>
                  <a:schemeClr val="bg1"/>
                </a:solidFill>
                <a:cs typeface="Arial"/>
              </a:rPr>
              <a:t> Andrea </a:t>
            </a:r>
            <a:r>
              <a:rPr lang="en-GB" sz="1400" err="1">
                <a:solidFill>
                  <a:schemeClr val="bg1"/>
                </a:solidFill>
                <a:cs typeface="Arial"/>
              </a:rPr>
              <a:t>Tocchetti</a:t>
            </a:r>
            <a:endParaRPr lang="en-GB" sz="1400">
              <a:solidFill>
                <a:schemeClr val="bg1"/>
              </a:solidFill>
              <a:cs typeface="Arial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1BF85C-C40E-8A82-3464-2A6BC4DDAAF1}"/>
              </a:ext>
            </a:extLst>
          </p:cNvPr>
          <p:cNvGrpSpPr/>
          <p:nvPr/>
        </p:nvGrpSpPr>
        <p:grpSpPr>
          <a:xfrm>
            <a:off x="364988" y="5168603"/>
            <a:ext cx="1670647" cy="1657715"/>
            <a:chOff x="90724" y="4974096"/>
            <a:chExt cx="2133600" cy="2074143"/>
          </a:xfrm>
        </p:grpSpPr>
        <p:pic>
          <p:nvPicPr>
            <p:cNvPr id="1028" name="Picture 4" descr="Y:\IMMAGINE _COORDINATA_2014\LOGO_UFFICIALE\01_Polimi_centrato\eps\01_Polimi_centrato_COL_negativo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724" y="4974096"/>
              <a:ext cx="2133600" cy="15731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DBBDE1E-5534-C1CE-18BB-7FCD94D26518}"/>
                </a:ext>
              </a:extLst>
            </p:cNvPr>
            <p:cNvSpPr txBox="1">
              <a:spLocks/>
            </p:cNvSpPr>
            <p:nvPr/>
          </p:nvSpPr>
          <p:spPr>
            <a:xfrm>
              <a:off x="415572" y="6609772"/>
              <a:ext cx="1436082" cy="4384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  <a:cs typeface="Arial"/>
                </a:rPr>
                <a:t>2022 - 2023</a:t>
              </a:r>
              <a:endParaRPr lang="it-IT" sz="1400">
                <a:solidFill>
                  <a:schemeClr val="bg1"/>
                </a:solidFill>
                <a:cs typeface="Arial"/>
              </a:endParaRP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375D8394-046C-05D0-179B-2A82789C9D3D}"/>
              </a:ext>
            </a:extLst>
          </p:cNvPr>
          <p:cNvGrpSpPr/>
          <p:nvPr/>
        </p:nvGrpSpPr>
        <p:grpSpPr>
          <a:xfrm>
            <a:off x="2179937" y="4173625"/>
            <a:ext cx="4784122" cy="1611225"/>
            <a:chOff x="2179937" y="3429000"/>
            <a:chExt cx="4784122" cy="1611225"/>
          </a:xfrm>
        </p:grpSpPr>
        <p:grpSp>
          <p:nvGrpSpPr>
            <p:cNvPr id="1030" name="Group 1029">
              <a:extLst>
                <a:ext uri="{FF2B5EF4-FFF2-40B4-BE49-F238E27FC236}">
                  <a16:creationId xmlns:a16="http://schemas.microsoft.com/office/drawing/2014/main" id="{A3AA274B-BC17-8332-D151-4EB5D4E02992}"/>
                </a:ext>
              </a:extLst>
            </p:cNvPr>
            <p:cNvGrpSpPr/>
            <p:nvPr/>
          </p:nvGrpSpPr>
          <p:grpSpPr>
            <a:xfrm>
              <a:off x="2179937" y="4105813"/>
              <a:ext cx="4784122" cy="934412"/>
              <a:chOff x="2629913" y="5940398"/>
              <a:chExt cx="4784122" cy="934412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EFB7BBD-C9C6-8208-2739-FD244437F432}"/>
                  </a:ext>
                </a:extLst>
              </p:cNvPr>
              <p:cNvSpPr txBox="1"/>
              <p:nvPr/>
            </p:nvSpPr>
            <p:spPr>
              <a:xfrm>
                <a:off x="2629913" y="5940446"/>
                <a:ext cx="15187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>
                    <a:solidFill>
                      <a:schemeClr val="bg1"/>
                    </a:solidFill>
                    <a:latin typeface="Arial"/>
                    <a:cs typeface="Arial"/>
                  </a:rPr>
                  <a:t>Francesco Riccardi</a:t>
                </a:r>
              </a:p>
              <a:p>
                <a:pPr algn="ctr"/>
                <a:r>
                  <a:rPr lang="en-US" sz="1200">
                    <a:solidFill>
                      <a:schemeClr val="bg1"/>
                    </a:solidFill>
                    <a:latin typeface="Arial"/>
                    <a:cs typeface="Arial"/>
                  </a:rPr>
                  <a:t>10651584</a:t>
                </a:r>
                <a:endParaRPr lang="it-IT" sz="1200">
                  <a:solidFill>
                    <a:schemeClr val="bg1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024" name="TextBox 1023">
                <a:extLst>
                  <a:ext uri="{FF2B5EF4-FFF2-40B4-BE49-F238E27FC236}">
                    <a16:creationId xmlns:a16="http://schemas.microsoft.com/office/drawing/2014/main" id="{2C2CA44E-A7C1-6669-1254-A29432AA8CE4}"/>
                  </a:ext>
                </a:extLst>
              </p:cNvPr>
              <p:cNvSpPr txBox="1"/>
              <p:nvPr/>
            </p:nvSpPr>
            <p:spPr>
              <a:xfrm>
                <a:off x="4186651" y="5940445"/>
                <a:ext cx="15187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>
                    <a:solidFill>
                      <a:schemeClr val="bg1"/>
                    </a:solidFill>
                    <a:latin typeface="Arial"/>
                    <a:cs typeface="Arial"/>
                  </a:rPr>
                  <a:t>Alessandro Romito</a:t>
                </a:r>
              </a:p>
              <a:p>
                <a:pPr algn="ctr"/>
                <a:r>
                  <a:rPr lang="en-US" sz="1200">
                    <a:solidFill>
                      <a:schemeClr val="bg1"/>
                    </a:solidFill>
                    <a:latin typeface="Arial"/>
                    <a:cs typeface="Arial"/>
                  </a:rPr>
                  <a:t>10661916</a:t>
                </a:r>
                <a:endParaRPr lang="it-IT" sz="1200">
                  <a:solidFill>
                    <a:schemeClr val="bg1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025" name="TextBox 1024">
                <a:extLst>
                  <a:ext uri="{FF2B5EF4-FFF2-40B4-BE49-F238E27FC236}">
                    <a16:creationId xmlns:a16="http://schemas.microsoft.com/office/drawing/2014/main" id="{0F08EDFB-BA1C-7609-AE67-83104152FD99}"/>
                  </a:ext>
                </a:extLst>
              </p:cNvPr>
              <p:cNvSpPr txBox="1"/>
              <p:nvPr/>
            </p:nvSpPr>
            <p:spPr>
              <a:xfrm>
                <a:off x="5743388" y="5940398"/>
                <a:ext cx="16706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>
                    <a:solidFill>
                      <a:schemeClr val="bg1"/>
                    </a:solidFill>
                    <a:latin typeface="Arial"/>
                    <a:cs typeface="Arial"/>
                  </a:rPr>
                  <a:t>Marco Luca Previtera</a:t>
                </a:r>
              </a:p>
              <a:p>
                <a:pPr algn="ctr"/>
                <a:r>
                  <a:rPr lang="it-IT" sz="1200">
                    <a:solidFill>
                      <a:schemeClr val="bg1"/>
                    </a:solidFill>
                    <a:latin typeface="Arial"/>
                    <a:cs typeface="Arial"/>
                  </a:rPr>
                  <a:t>10682248</a:t>
                </a:r>
              </a:p>
            </p:txBody>
          </p:sp>
          <p:sp>
            <p:nvSpPr>
              <p:cNvPr id="1026" name="TextBox 1025">
                <a:extLst>
                  <a:ext uri="{FF2B5EF4-FFF2-40B4-BE49-F238E27FC236}">
                    <a16:creationId xmlns:a16="http://schemas.microsoft.com/office/drawing/2014/main" id="{E0BFFD12-EACB-89D4-74EF-219A41F7221F}"/>
                  </a:ext>
                </a:extLst>
              </p:cNvPr>
              <p:cNvSpPr txBox="1"/>
              <p:nvPr/>
            </p:nvSpPr>
            <p:spPr>
              <a:xfrm>
                <a:off x="3408282" y="6408111"/>
                <a:ext cx="15187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>
                    <a:solidFill>
                      <a:schemeClr val="bg1"/>
                    </a:solidFill>
                    <a:latin typeface="Arial"/>
                    <a:cs typeface="Arial"/>
                  </a:rPr>
                  <a:t>Simone Lo Gatto</a:t>
                </a:r>
              </a:p>
              <a:p>
                <a:pPr algn="ctr"/>
                <a:r>
                  <a:rPr lang="en-US" sz="1200">
                    <a:solidFill>
                      <a:schemeClr val="bg1"/>
                    </a:solidFill>
                    <a:latin typeface="Arial"/>
                    <a:cs typeface="Arial"/>
                  </a:rPr>
                  <a:t>10736180</a:t>
                </a:r>
                <a:endParaRPr lang="it-IT" sz="1200">
                  <a:solidFill>
                    <a:schemeClr val="bg1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027" name="TextBox 1026">
                <a:extLst>
                  <a:ext uri="{FF2B5EF4-FFF2-40B4-BE49-F238E27FC236}">
                    <a16:creationId xmlns:a16="http://schemas.microsoft.com/office/drawing/2014/main" id="{469A9D7B-5AA6-1F40-9370-2EB550176CF2}"/>
                  </a:ext>
                </a:extLst>
              </p:cNvPr>
              <p:cNvSpPr txBox="1"/>
              <p:nvPr/>
            </p:nvSpPr>
            <p:spPr>
              <a:xfrm>
                <a:off x="4965020" y="6413145"/>
                <a:ext cx="15187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>
                    <a:solidFill>
                      <a:schemeClr val="bg1"/>
                    </a:solidFill>
                    <a:latin typeface="Arial"/>
                    <a:cs typeface="Arial"/>
                  </a:rPr>
                  <a:t>Lorenzo Ferretti</a:t>
                </a:r>
              </a:p>
              <a:p>
                <a:pPr algn="ctr"/>
                <a:r>
                  <a:rPr lang="en-US" sz="1200">
                    <a:solidFill>
                      <a:schemeClr val="bg1"/>
                    </a:solidFill>
                    <a:latin typeface="Arial"/>
                    <a:cs typeface="Arial"/>
                  </a:rPr>
                  <a:t>10713719</a:t>
                </a:r>
              </a:p>
            </p:txBody>
          </p:sp>
        </p:grpSp>
        <p:sp>
          <p:nvSpPr>
            <p:cNvPr id="1029" name="TextBox 1028">
              <a:extLst>
                <a:ext uri="{FF2B5EF4-FFF2-40B4-BE49-F238E27FC236}">
                  <a16:creationId xmlns:a16="http://schemas.microsoft.com/office/drawing/2014/main" id="{6A3F5448-4877-35BD-35D6-5484BDD1EC69}"/>
                </a:ext>
              </a:extLst>
            </p:cNvPr>
            <p:cNvSpPr txBox="1"/>
            <p:nvPr/>
          </p:nvSpPr>
          <p:spPr>
            <a:xfrm>
              <a:off x="3612619" y="3429000"/>
              <a:ext cx="191876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>
                  <a:solidFill>
                    <a:schemeClr val="bg1"/>
                  </a:solidFill>
                  <a:latin typeface="Arial"/>
                  <a:cs typeface="Arial"/>
                </a:rPr>
                <a:t>Group 09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E048D5F-F988-A18F-4177-6F7B4CA21565}"/>
              </a:ext>
            </a:extLst>
          </p:cNvPr>
          <p:cNvSpPr txBox="1"/>
          <p:nvPr/>
        </p:nvSpPr>
        <p:spPr>
          <a:xfrm>
            <a:off x="622168" y="2169894"/>
            <a:ext cx="7899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>
                <a:solidFill>
                  <a:schemeClr val="bg1"/>
                </a:solidFill>
                <a:latin typeface="Arial"/>
                <a:cs typeface="Arial"/>
              </a:rPr>
              <a:t>Thank you </a:t>
            </a:r>
            <a:r>
              <a:rPr lang="en-US" sz="3600">
                <a:solidFill>
                  <a:schemeClr val="bg1"/>
                </a:solidFill>
                <a:latin typeface="Arial"/>
                <a:cs typeface="Arial"/>
              </a:rPr>
              <a:t>for your attention!</a:t>
            </a:r>
          </a:p>
        </p:txBody>
      </p:sp>
    </p:spTree>
    <p:extLst>
      <p:ext uri="{BB962C8B-B14F-4D97-AF65-F5344CB8AC3E}">
        <p14:creationId xmlns:p14="http://schemas.microsoft.com/office/powerpoint/2010/main" val="3024413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POL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POLI</Template>
  <TotalTime>0</TotalTime>
  <Words>2061</Words>
  <Application>Microsoft Office PowerPoint</Application>
  <PresentationFormat>On-screen Show (4:3)</PresentationFormat>
  <Paragraphs>274</Paragraphs>
  <Slides>39</Slides>
  <Notes>9</Notes>
  <HiddenSlides>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Comic Sans MS</vt:lpstr>
      <vt:lpstr>Wingdings</vt:lpstr>
      <vt:lpstr>POLI</vt:lpstr>
      <vt:lpstr>Titolo presentazione sottotitolo</vt:lpstr>
      <vt:lpstr>Firma convenzione  Politecnico di Milano e Veneranda Fabbrica del Duomo di Milano</vt:lpstr>
      <vt:lpstr>Introduction to the project</vt:lpstr>
      <vt:lpstr>Introduction to the project</vt:lpstr>
      <vt:lpstr>Introduction to the project</vt:lpstr>
      <vt:lpstr>Introduction to the project</vt:lpstr>
      <vt:lpstr>Introduction to the project</vt:lpstr>
      <vt:lpstr>Assumptions</vt:lpstr>
      <vt:lpstr>Assumptions</vt:lpstr>
      <vt:lpstr>ER-DIAGRAM </vt:lpstr>
      <vt:lpstr>ER-Diagram in details </vt:lpstr>
      <vt:lpstr>ER-Diagram in details </vt:lpstr>
      <vt:lpstr>ER-DIAGRAM </vt:lpstr>
      <vt:lpstr>ER-Diagram in details </vt:lpstr>
      <vt:lpstr>ER-Diagram in details </vt:lpstr>
      <vt:lpstr>Data Import &amp; Generation</vt:lpstr>
      <vt:lpstr>First part (graph DB): Neo4J</vt:lpstr>
      <vt:lpstr>First part (graph DB): Neo4J</vt:lpstr>
      <vt:lpstr>First part (graph DB): Neo4J</vt:lpstr>
      <vt:lpstr>First part (graph DB): Neo4J</vt:lpstr>
      <vt:lpstr>PowerPoint Presentation</vt:lpstr>
      <vt:lpstr>Command Neo4J </vt:lpstr>
      <vt:lpstr>Query in Neo4J</vt:lpstr>
      <vt:lpstr>Second Part (documental DB): MongoDB</vt:lpstr>
      <vt:lpstr>Second Part (documental DB): MongoDB</vt:lpstr>
      <vt:lpstr>Document Diagram</vt:lpstr>
      <vt:lpstr>Document example</vt:lpstr>
      <vt:lpstr>An example of a query with its result (query 9):</vt:lpstr>
      <vt:lpstr>An example of a query with its result (query 9):</vt:lpstr>
      <vt:lpstr>An example of a query with its result (query 2):</vt:lpstr>
      <vt:lpstr>An example of a query with its result (query 14):</vt:lpstr>
      <vt:lpstr>An example of a command (command 1):</vt:lpstr>
      <vt:lpstr>Third part (large-scale data analysis): Spark</vt:lpstr>
      <vt:lpstr>Third Part: Apache Spark</vt:lpstr>
      <vt:lpstr>ER Diagram (for the spark assignment)</vt:lpstr>
      <vt:lpstr>Example of a query (Query 6)</vt:lpstr>
      <vt:lpstr>Example of a command</vt:lpstr>
      <vt:lpstr>Conclusions:</vt:lpstr>
      <vt:lpstr>Titolo presentazione sottotitolo</vt:lpstr>
    </vt:vector>
  </TitlesOfParts>
  <Company>Area Servizi ICT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Mattia Brambilla</dc:creator>
  <cp:lastModifiedBy>Alessandro Romito</cp:lastModifiedBy>
  <cp:revision>1</cp:revision>
  <dcterms:created xsi:type="dcterms:W3CDTF">2015-05-26T12:27:57Z</dcterms:created>
  <dcterms:modified xsi:type="dcterms:W3CDTF">2022-12-13T13:09:19Z</dcterms:modified>
</cp:coreProperties>
</file>