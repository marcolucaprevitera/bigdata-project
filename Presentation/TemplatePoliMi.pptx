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56" r:id="rId3"/>
    <p:sldId id="260" r:id="rId4"/>
    <p:sldId id="257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8F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BFC41D-09E6-4653-3894-A442BAA5E9EE}" v="76" dt="2022-12-12T07:58:07.4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65" autoAdjust="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531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renzo Ferretti" userId="S::10713719@polimi.it::7d4a3fb3-4859-4b01-8002-dc877b98d7c8" providerId="AD" clId="Web-{28BFC41D-09E6-4653-3894-A442BAA5E9EE}"/>
    <pc:docChg chg="addSld modSld">
      <pc:chgData name="Lorenzo Ferretti" userId="S::10713719@polimi.it::7d4a3fb3-4859-4b01-8002-dc877b98d7c8" providerId="AD" clId="Web-{28BFC41D-09E6-4653-3894-A442BAA5E9EE}" dt="2022-12-12T07:58:07.463" v="70"/>
      <pc:docMkLst>
        <pc:docMk/>
      </pc:docMkLst>
      <pc:sldChg chg="addSp delSp modSp">
        <pc:chgData name="Lorenzo Ferretti" userId="S::10713719@polimi.it::7d4a3fb3-4859-4b01-8002-dc877b98d7c8" providerId="AD" clId="Web-{28BFC41D-09E6-4653-3894-A442BAA5E9EE}" dt="2022-12-12T07:57:24.414" v="60" actId="20577"/>
        <pc:sldMkLst>
          <pc:docMk/>
          <pc:sldMk cId="3383649683" sldId="257"/>
        </pc:sldMkLst>
        <pc:spChg chg="mod">
          <ac:chgData name="Lorenzo Ferretti" userId="S::10713719@polimi.it::7d4a3fb3-4859-4b01-8002-dc877b98d7c8" providerId="AD" clId="Web-{28BFC41D-09E6-4653-3894-A442BAA5E9EE}" dt="2022-12-12T07:57:24.414" v="60" actId="20577"/>
          <ac:spMkLst>
            <pc:docMk/>
            <pc:sldMk cId="3383649683" sldId="257"/>
            <ac:spMk id="2" creationId="{00000000-0000-0000-0000-000000000000}"/>
          </ac:spMkLst>
        </pc:spChg>
        <pc:spChg chg="del">
          <ac:chgData name="Lorenzo Ferretti" userId="S::10713719@polimi.it::7d4a3fb3-4859-4b01-8002-dc877b98d7c8" providerId="AD" clId="Web-{28BFC41D-09E6-4653-3894-A442BAA5E9EE}" dt="2022-12-12T07:47:57.302" v="7"/>
          <ac:spMkLst>
            <pc:docMk/>
            <pc:sldMk cId="3383649683" sldId="257"/>
            <ac:spMk id="3" creationId="{00000000-0000-0000-0000-000000000000}"/>
          </ac:spMkLst>
        </pc:spChg>
        <pc:picChg chg="add mod ord">
          <ac:chgData name="Lorenzo Ferretti" userId="S::10713719@polimi.it::7d4a3fb3-4859-4b01-8002-dc877b98d7c8" providerId="AD" clId="Web-{28BFC41D-09E6-4653-3894-A442BAA5E9EE}" dt="2022-12-12T07:47:57.302" v="7"/>
          <ac:picMkLst>
            <pc:docMk/>
            <pc:sldMk cId="3383649683" sldId="257"/>
            <ac:picMk id="4" creationId="{440E1C69-9B76-DA0C-65E9-9176CA13B859}"/>
          </ac:picMkLst>
        </pc:picChg>
      </pc:sldChg>
      <pc:sldChg chg="addSp delSp modSp new">
        <pc:chgData name="Lorenzo Ferretti" userId="S::10713719@polimi.it::7d4a3fb3-4859-4b01-8002-dc877b98d7c8" providerId="AD" clId="Web-{28BFC41D-09E6-4653-3894-A442BAA5E9EE}" dt="2022-12-12T07:56:06.534" v="47" actId="20577"/>
        <pc:sldMkLst>
          <pc:docMk/>
          <pc:sldMk cId="2260247049" sldId="262"/>
        </pc:sldMkLst>
        <pc:spChg chg="mod">
          <ac:chgData name="Lorenzo Ferretti" userId="S::10713719@polimi.it::7d4a3fb3-4859-4b01-8002-dc877b98d7c8" providerId="AD" clId="Web-{28BFC41D-09E6-4653-3894-A442BAA5E9EE}" dt="2022-12-12T07:56:06.534" v="47" actId="20577"/>
          <ac:spMkLst>
            <pc:docMk/>
            <pc:sldMk cId="2260247049" sldId="262"/>
            <ac:spMk id="2" creationId="{1CAB149D-1D0B-E6B1-982A-97B4A2F8C9E3}"/>
          </ac:spMkLst>
        </pc:spChg>
        <pc:spChg chg="del">
          <ac:chgData name="Lorenzo Ferretti" userId="S::10713719@polimi.it::7d4a3fb3-4859-4b01-8002-dc877b98d7c8" providerId="AD" clId="Web-{28BFC41D-09E6-4653-3894-A442BAA5E9EE}" dt="2022-12-12T07:52:54.944" v="13"/>
          <ac:spMkLst>
            <pc:docMk/>
            <pc:sldMk cId="2260247049" sldId="262"/>
            <ac:spMk id="3" creationId="{AC6E068B-8816-6CE1-2E84-9D36596AA77E}"/>
          </ac:spMkLst>
        </pc:spChg>
        <pc:picChg chg="add mod ord">
          <ac:chgData name="Lorenzo Ferretti" userId="S::10713719@polimi.it::7d4a3fb3-4859-4b01-8002-dc877b98d7c8" providerId="AD" clId="Web-{28BFC41D-09E6-4653-3894-A442BAA5E9EE}" dt="2022-12-12T07:52:59.242" v="15" actId="1076"/>
          <ac:picMkLst>
            <pc:docMk/>
            <pc:sldMk cId="2260247049" sldId="262"/>
            <ac:picMk id="4" creationId="{9FE155B8-49BA-525B-69AB-D3C7B76741A0}"/>
          </ac:picMkLst>
        </pc:picChg>
      </pc:sldChg>
      <pc:sldChg chg="addSp delSp modSp new">
        <pc:chgData name="Lorenzo Ferretti" userId="S::10713719@polimi.it::7d4a3fb3-4859-4b01-8002-dc877b98d7c8" providerId="AD" clId="Web-{28BFC41D-09E6-4653-3894-A442BAA5E9EE}" dt="2022-12-12T07:56:08.800" v="48" actId="20577"/>
        <pc:sldMkLst>
          <pc:docMk/>
          <pc:sldMk cId="1377970203" sldId="263"/>
        </pc:sldMkLst>
        <pc:spChg chg="mod">
          <ac:chgData name="Lorenzo Ferretti" userId="S::10713719@polimi.it::7d4a3fb3-4859-4b01-8002-dc877b98d7c8" providerId="AD" clId="Web-{28BFC41D-09E6-4653-3894-A442BAA5E9EE}" dt="2022-12-12T07:56:08.800" v="48" actId="20577"/>
          <ac:spMkLst>
            <pc:docMk/>
            <pc:sldMk cId="1377970203" sldId="263"/>
            <ac:spMk id="2" creationId="{30FED2EA-01D6-8D0D-7830-0B9D4FC2EF9D}"/>
          </ac:spMkLst>
        </pc:spChg>
        <pc:spChg chg="del">
          <ac:chgData name="Lorenzo Ferretti" userId="S::10713719@polimi.it::7d4a3fb3-4859-4b01-8002-dc877b98d7c8" providerId="AD" clId="Web-{28BFC41D-09E6-4653-3894-A442BAA5E9EE}" dt="2022-12-12T07:53:14.055" v="16"/>
          <ac:spMkLst>
            <pc:docMk/>
            <pc:sldMk cId="1377970203" sldId="263"/>
            <ac:spMk id="3" creationId="{B88A0BA5-6895-D4CF-6E6F-FD1919FF51EB}"/>
          </ac:spMkLst>
        </pc:spChg>
        <pc:picChg chg="add mod ord">
          <ac:chgData name="Lorenzo Ferretti" userId="S::10713719@polimi.it::7d4a3fb3-4859-4b01-8002-dc877b98d7c8" providerId="AD" clId="Web-{28BFC41D-09E6-4653-3894-A442BAA5E9EE}" dt="2022-12-12T07:53:23.884" v="19" actId="14100"/>
          <ac:picMkLst>
            <pc:docMk/>
            <pc:sldMk cId="1377970203" sldId="263"/>
            <ac:picMk id="4" creationId="{990E0911-CA1D-BABF-6EC6-38BF92C54BBF}"/>
          </ac:picMkLst>
        </pc:picChg>
      </pc:sldChg>
      <pc:sldChg chg="addSp delSp modSp new">
        <pc:chgData name="Lorenzo Ferretti" userId="S::10713719@polimi.it::7d4a3fb3-4859-4b01-8002-dc877b98d7c8" providerId="AD" clId="Web-{28BFC41D-09E6-4653-3894-A442BAA5E9EE}" dt="2022-12-12T07:57:43.274" v="63" actId="20577"/>
        <pc:sldMkLst>
          <pc:docMk/>
          <pc:sldMk cId="663869700" sldId="264"/>
        </pc:sldMkLst>
        <pc:spChg chg="mod">
          <ac:chgData name="Lorenzo Ferretti" userId="S::10713719@polimi.it::7d4a3fb3-4859-4b01-8002-dc877b98d7c8" providerId="AD" clId="Web-{28BFC41D-09E6-4653-3894-A442BAA5E9EE}" dt="2022-12-12T07:57:43.274" v="63" actId="20577"/>
          <ac:spMkLst>
            <pc:docMk/>
            <pc:sldMk cId="663869700" sldId="264"/>
            <ac:spMk id="2" creationId="{14364519-543A-1089-6BE1-3744FB9D1D06}"/>
          </ac:spMkLst>
        </pc:spChg>
        <pc:spChg chg="del">
          <ac:chgData name="Lorenzo Ferretti" userId="S::10713719@polimi.it::7d4a3fb3-4859-4b01-8002-dc877b98d7c8" providerId="AD" clId="Web-{28BFC41D-09E6-4653-3894-A442BAA5E9EE}" dt="2022-12-12T07:53:42.166" v="20"/>
          <ac:spMkLst>
            <pc:docMk/>
            <pc:sldMk cId="663869700" sldId="264"/>
            <ac:spMk id="3" creationId="{E99F0EAB-0AA9-DA38-AC67-6AB885C55515}"/>
          </ac:spMkLst>
        </pc:spChg>
        <pc:picChg chg="add mod ord">
          <ac:chgData name="Lorenzo Ferretti" userId="S::10713719@polimi.it::7d4a3fb3-4859-4b01-8002-dc877b98d7c8" providerId="AD" clId="Web-{28BFC41D-09E6-4653-3894-A442BAA5E9EE}" dt="2022-12-12T07:54:05.652" v="21" actId="1076"/>
          <ac:picMkLst>
            <pc:docMk/>
            <pc:sldMk cId="663869700" sldId="264"/>
            <ac:picMk id="4" creationId="{E770C7A9-9AAE-3896-FFF1-545612A1809C}"/>
          </ac:picMkLst>
        </pc:picChg>
      </pc:sldChg>
      <pc:sldChg chg="addSp delSp modSp new">
        <pc:chgData name="Lorenzo Ferretti" userId="S::10713719@polimi.it::7d4a3fb3-4859-4b01-8002-dc877b98d7c8" providerId="AD" clId="Web-{28BFC41D-09E6-4653-3894-A442BAA5E9EE}" dt="2022-12-12T07:57:47.134" v="64" actId="20577"/>
        <pc:sldMkLst>
          <pc:docMk/>
          <pc:sldMk cId="3619865754" sldId="265"/>
        </pc:sldMkLst>
        <pc:spChg chg="mod">
          <ac:chgData name="Lorenzo Ferretti" userId="S::10713719@polimi.it::7d4a3fb3-4859-4b01-8002-dc877b98d7c8" providerId="AD" clId="Web-{28BFC41D-09E6-4653-3894-A442BAA5E9EE}" dt="2022-12-12T07:57:47.134" v="64" actId="20577"/>
          <ac:spMkLst>
            <pc:docMk/>
            <pc:sldMk cId="3619865754" sldId="265"/>
            <ac:spMk id="2" creationId="{42269D85-74F8-2239-1202-A293E5E048E2}"/>
          </ac:spMkLst>
        </pc:spChg>
        <pc:spChg chg="del">
          <ac:chgData name="Lorenzo Ferretti" userId="S::10713719@polimi.it::7d4a3fb3-4859-4b01-8002-dc877b98d7c8" providerId="AD" clId="Web-{28BFC41D-09E6-4653-3894-A442BAA5E9EE}" dt="2022-12-12T07:54:56.139" v="23"/>
          <ac:spMkLst>
            <pc:docMk/>
            <pc:sldMk cId="3619865754" sldId="265"/>
            <ac:spMk id="3" creationId="{C727A384-B05C-9F66-A73D-53C787322D20}"/>
          </ac:spMkLst>
        </pc:spChg>
        <pc:picChg chg="add mod ord">
          <ac:chgData name="Lorenzo Ferretti" userId="S::10713719@polimi.it::7d4a3fb3-4859-4b01-8002-dc877b98d7c8" providerId="AD" clId="Web-{28BFC41D-09E6-4653-3894-A442BAA5E9EE}" dt="2022-12-12T07:54:57.358" v="24" actId="1076"/>
          <ac:picMkLst>
            <pc:docMk/>
            <pc:sldMk cId="3619865754" sldId="265"/>
            <ac:picMk id="4" creationId="{E4B1423D-600E-A1F0-C627-1B1197830F8A}"/>
          </ac:picMkLst>
        </pc:picChg>
      </pc:sldChg>
      <pc:sldChg chg="new">
        <pc:chgData name="Lorenzo Ferretti" userId="S::10713719@polimi.it::7d4a3fb3-4859-4b01-8002-dc877b98d7c8" providerId="AD" clId="Web-{28BFC41D-09E6-4653-3894-A442BAA5E9EE}" dt="2022-12-12T07:57:55.415" v="65"/>
        <pc:sldMkLst>
          <pc:docMk/>
          <pc:sldMk cId="3860335980" sldId="266"/>
        </pc:sldMkLst>
      </pc:sldChg>
      <pc:sldChg chg="new">
        <pc:chgData name="Lorenzo Ferretti" userId="S::10713719@polimi.it::7d4a3fb3-4859-4b01-8002-dc877b98d7c8" providerId="AD" clId="Web-{28BFC41D-09E6-4653-3894-A442BAA5E9EE}" dt="2022-12-12T07:57:57.462" v="66"/>
        <pc:sldMkLst>
          <pc:docMk/>
          <pc:sldMk cId="2459034719" sldId="267"/>
        </pc:sldMkLst>
      </pc:sldChg>
      <pc:sldChg chg="new">
        <pc:chgData name="Lorenzo Ferretti" userId="S::10713719@polimi.it::7d4a3fb3-4859-4b01-8002-dc877b98d7c8" providerId="AD" clId="Web-{28BFC41D-09E6-4653-3894-A442BAA5E9EE}" dt="2022-12-12T07:57:59.384" v="67"/>
        <pc:sldMkLst>
          <pc:docMk/>
          <pc:sldMk cId="1008708116" sldId="268"/>
        </pc:sldMkLst>
      </pc:sldChg>
      <pc:sldChg chg="new">
        <pc:chgData name="Lorenzo Ferretti" userId="S::10713719@polimi.it::7d4a3fb3-4859-4b01-8002-dc877b98d7c8" providerId="AD" clId="Web-{28BFC41D-09E6-4653-3894-A442BAA5E9EE}" dt="2022-12-12T07:58:03.150" v="68"/>
        <pc:sldMkLst>
          <pc:docMk/>
          <pc:sldMk cId="3404498183" sldId="269"/>
        </pc:sldMkLst>
      </pc:sldChg>
      <pc:sldChg chg="new">
        <pc:chgData name="Lorenzo Ferretti" userId="S::10713719@polimi.it::7d4a3fb3-4859-4b01-8002-dc877b98d7c8" providerId="AD" clId="Web-{28BFC41D-09E6-4653-3894-A442BAA5E9EE}" dt="2022-12-12T07:58:05.291" v="69"/>
        <pc:sldMkLst>
          <pc:docMk/>
          <pc:sldMk cId="2649091263" sldId="270"/>
        </pc:sldMkLst>
      </pc:sldChg>
      <pc:sldChg chg="new">
        <pc:chgData name="Lorenzo Ferretti" userId="S::10713719@polimi.it::7d4a3fb3-4859-4b01-8002-dc877b98d7c8" providerId="AD" clId="Web-{28BFC41D-09E6-4653-3894-A442BAA5E9EE}" dt="2022-12-12T07:58:07.463" v="70"/>
        <pc:sldMkLst>
          <pc:docMk/>
          <pc:sldMk cId="1765017809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ttangolo 167"/>
          <p:cNvSpPr/>
          <p:nvPr userDrawn="1"/>
        </p:nvSpPr>
        <p:spPr>
          <a:xfrm>
            <a:off x="0" y="3832224"/>
            <a:ext cx="9144000" cy="3025775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69" name="Gruppo 168"/>
          <p:cNvGrpSpPr/>
          <p:nvPr userDrawn="1"/>
        </p:nvGrpSpPr>
        <p:grpSpPr>
          <a:xfrm>
            <a:off x="48007" y="3816351"/>
            <a:ext cx="9036647" cy="180000"/>
            <a:chOff x="1218340" y="275867"/>
            <a:chExt cx="17715122" cy="567843"/>
          </a:xfrm>
        </p:grpSpPr>
        <p:cxnSp>
          <p:nvCxnSpPr>
            <p:cNvPr id="170" name="Connettore 1 169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nettore 1 252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nettore 1 253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ttore 1 254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Connettore 1 255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Connettore 1 256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Connettore 1 257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Connettore 1 258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Connettore 1 259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nettore 1 260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nettore 1 261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Connettore 1 262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Connettore 1 263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Connettore 1 264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Connettore 1 265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nettore 1 266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nettore 1 267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Connettore 1 268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Connettore 1 269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nettore 1 270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Connettore 1 271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Connettore 1 272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Connettore 1 273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ttore 1 274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Connettore 1 275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Connettore 1 276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Connettore 1 277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ttore 1 278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Connettore 1 279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nettore 1 280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nettore 1 281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nettore 1 282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nettore 1 283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nettore 1 284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nettore 1 285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Connettore 1 286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Connettore 1 287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Connettore 1 288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41534" y="4149725"/>
            <a:ext cx="7772400" cy="96837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641534" y="5260975"/>
            <a:ext cx="7772400" cy="13335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514812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ttangolo 252"/>
          <p:cNvSpPr/>
          <p:nvPr userDrawn="1"/>
        </p:nvSpPr>
        <p:spPr>
          <a:xfrm>
            <a:off x="0" y="1"/>
            <a:ext cx="9144000" cy="1269904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0"/>
            <a:ext cx="8323726" cy="4525963"/>
          </a:xfrm>
        </p:spPr>
        <p:txBody>
          <a:bodyPr/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129" name="Rettangolo 128"/>
          <p:cNvSpPr/>
          <p:nvPr userDrawn="1"/>
        </p:nvSpPr>
        <p:spPr>
          <a:xfrm>
            <a:off x="0" y="6126162"/>
            <a:ext cx="9144000" cy="731837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0" name="CasellaDiTesto 129"/>
          <p:cNvSpPr txBox="1"/>
          <p:nvPr userDrawn="1"/>
        </p:nvSpPr>
        <p:spPr>
          <a:xfrm>
            <a:off x="157778" y="6363505"/>
            <a:ext cx="3069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dirty="0">
                <a:solidFill>
                  <a:srgbClr val="FFFFFF"/>
                </a:solidFill>
                <a:latin typeface="Arial"/>
                <a:cs typeface="Arial"/>
              </a:rPr>
              <a:t>Nome Cognome</a:t>
            </a:r>
            <a:r>
              <a:rPr lang="it-IT" sz="1200" b="1" baseline="0" dirty="0">
                <a:solidFill>
                  <a:srgbClr val="FFFFFF"/>
                </a:solidFill>
                <a:latin typeface="Arial"/>
                <a:cs typeface="Arial"/>
              </a:rPr>
              <a:t>, </a:t>
            </a:r>
            <a:r>
              <a:rPr lang="it-IT" sz="1200" b="1" baseline="0" dirty="0" err="1">
                <a:solidFill>
                  <a:srgbClr val="FFFFFF"/>
                </a:solidFill>
                <a:latin typeface="Arial"/>
                <a:cs typeface="Arial"/>
              </a:rPr>
              <a:t>assoc.prof</a:t>
            </a:r>
            <a:r>
              <a:rPr lang="it-IT" sz="1200" b="1" baseline="0" dirty="0">
                <a:solidFill>
                  <a:srgbClr val="FFFFFF"/>
                </a:solidFill>
                <a:latin typeface="Arial"/>
                <a:cs typeface="Arial"/>
              </a:rPr>
              <a:t>. ABC </a:t>
            </a:r>
            <a:r>
              <a:rPr lang="it-IT" sz="1200" b="1" baseline="0" dirty="0" err="1">
                <a:solidFill>
                  <a:srgbClr val="FFFFFF"/>
                </a:solidFill>
                <a:latin typeface="Arial"/>
                <a:cs typeface="Arial"/>
              </a:rPr>
              <a:t>Dept</a:t>
            </a:r>
            <a:r>
              <a:rPr lang="it-IT" sz="1200" b="1" baseline="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lang="it-IT" sz="12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grpSp>
        <p:nvGrpSpPr>
          <p:cNvPr id="132" name="Gruppo 131"/>
          <p:cNvGrpSpPr/>
          <p:nvPr userDrawn="1"/>
        </p:nvGrpSpPr>
        <p:grpSpPr>
          <a:xfrm>
            <a:off x="48007" y="1089904"/>
            <a:ext cx="9036647" cy="180000"/>
            <a:chOff x="1218340" y="275867"/>
            <a:chExt cx="17715122" cy="567843"/>
          </a:xfrm>
        </p:grpSpPr>
        <p:cxnSp>
          <p:nvCxnSpPr>
            <p:cNvPr id="133" name="Connettore 1 132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ttore 1 133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ttore 1 134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ttore 1 135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ttore 1 136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ttore 1 137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ttore 1 138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ttore 1 139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ttore 1 140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ttore 1 141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ttore 1 142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ttore 1 143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ttore 1 144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ttore 1 145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ttore 1 146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ttore 1 147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ttore 1 148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ttore 1 149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ttore 1 150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nettore 1 151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ttore 1 152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Connettore 1 153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nettore 1 154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ttore 1 155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ttore 1 156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ttore 1 157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ttore 1 158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ttore 1 159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ttore 1 160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ttore 1 161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ttore 1 162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ttore 1 163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ttore 1 164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ttore 1 165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ttore 1 166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ttore 1 167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ttore 1 168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ttore 1 169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4" name="Picture 2" descr="Y:\IMMAGINE _COORDINATA_2014\PPT\modello1\loghi_PNG\03_Polimi_logotipo_bandiera-1riga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898" y="6346378"/>
            <a:ext cx="2780124" cy="28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8886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11/12/2022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192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11/12/2022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6006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11/12/2022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095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11/12/2022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8442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11/12/2022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5977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11/12/2022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7585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11/12/2022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8063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11/12/2022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1555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11/12/2022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3669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6091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80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288521" y="139166"/>
            <a:ext cx="8581043" cy="8404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14345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11961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marL="0" indent="0" algn="l" defTabSz="457200" rtl="0" eaLnBrk="1" latinLnBrk="0" hangingPunct="1">
        <a:spcBef>
          <a:spcPct val="0"/>
        </a:spcBef>
        <a:buNone/>
        <a:defRPr sz="2200" b="1" kern="1200">
          <a:solidFill>
            <a:schemeClr val="bg1"/>
          </a:solidFill>
          <a:latin typeface="Arial"/>
          <a:ea typeface="+mj-ea"/>
          <a:cs typeface="Arial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Wingdings" charset="2"/>
        <a:buNone/>
        <a:defRPr sz="2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2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98" b="14682"/>
          <a:stretch/>
        </p:blipFill>
        <p:spPr bwMode="auto">
          <a:xfrm>
            <a:off x="0" y="0"/>
            <a:ext cx="9144000" cy="414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olo 4"/>
          <p:cNvSpPr>
            <a:spLocks noGrp="1"/>
          </p:cNvSpPr>
          <p:nvPr>
            <p:ph type="ctrTitle" idx="4294967295"/>
          </p:nvPr>
        </p:nvSpPr>
        <p:spPr>
          <a:xfrm>
            <a:off x="641534" y="4149725"/>
            <a:ext cx="7772400" cy="968375"/>
          </a:xfrm>
        </p:spPr>
        <p:txBody>
          <a:bodyPr>
            <a:noAutofit/>
          </a:bodyPr>
          <a:lstStyle/>
          <a:p>
            <a:pPr algn="ctr"/>
            <a:r>
              <a:rPr lang="it-IT" sz="2800" dirty="0"/>
              <a:t>Titolo presentazione</a:t>
            </a:r>
            <a:br>
              <a:rPr lang="it-IT" sz="2800" dirty="0"/>
            </a:br>
            <a:r>
              <a:rPr lang="it-IT" sz="2800" dirty="0"/>
              <a:t>sottotitolo</a:t>
            </a:r>
          </a:p>
        </p:txBody>
      </p:sp>
      <p:sp>
        <p:nvSpPr>
          <p:cNvPr id="11" name="Sottotitolo 10"/>
          <p:cNvSpPr>
            <a:spLocks noGrp="1"/>
          </p:cNvSpPr>
          <p:nvPr>
            <p:ph type="subTitle" idx="4294967295"/>
          </p:nvPr>
        </p:nvSpPr>
        <p:spPr>
          <a:xfrm>
            <a:off x="641534" y="5118100"/>
            <a:ext cx="7772400" cy="1333500"/>
          </a:xfrm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Milano, XX mese 20XX</a:t>
            </a:r>
          </a:p>
          <a:p>
            <a:endParaRPr lang="it-IT" dirty="0"/>
          </a:p>
        </p:txBody>
      </p:sp>
      <p:pic>
        <p:nvPicPr>
          <p:cNvPr id="1028" name="Picture 4" descr="Y:\IMMAGINE _COORDINATA_2014\LOGO_UFFICIALE\01_Polimi_centrato\eps\01_Polimi_centrato_COL_negativ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4725" y="1996654"/>
            <a:ext cx="2133600" cy="157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ttangolo 8"/>
          <p:cNvSpPr/>
          <p:nvPr/>
        </p:nvSpPr>
        <p:spPr>
          <a:xfrm>
            <a:off x="0" y="3832224"/>
            <a:ext cx="9144000" cy="3025776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0" name="Gruppo 9"/>
          <p:cNvGrpSpPr/>
          <p:nvPr/>
        </p:nvGrpSpPr>
        <p:grpSpPr>
          <a:xfrm>
            <a:off x="48007" y="3816351"/>
            <a:ext cx="9036647" cy="180000"/>
            <a:chOff x="1218340" y="275867"/>
            <a:chExt cx="17715122" cy="567843"/>
          </a:xfrm>
        </p:grpSpPr>
        <p:cxnSp>
          <p:nvCxnSpPr>
            <p:cNvPr id="12" name="Connettore 1 11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1 12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3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14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15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16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17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18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19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20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21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22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23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24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25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26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27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28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29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30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31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32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33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34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35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36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37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38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1 39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1 40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1 41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1 42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43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44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1 45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46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47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48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1 49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1 50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51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1 52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1 53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1 54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ttore 1 55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1 56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1 57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1 58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1 59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1 60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1 61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1 62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1 63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1 64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ttore 1 65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66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1 67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1 68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1 69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1 70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ttore 1 71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ttore 1 72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1 73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ttore 1 74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ttore 1 75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ttore 1 76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77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ttore 1 78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ttore 1 79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1 80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ttore 1 81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1 82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ttore 1 83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1 84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1 85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ttore 1 86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ttore 1 87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ttore 1 88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ttore 1 89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ttore 1 90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1 91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ttore 1 92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ttore 1 93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ttore 1 94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ttore 1 95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96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ttore 1 97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ttore 1 98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99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ttore 1 100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ttore 1 101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ttore 1 102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103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ttore 1 104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105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106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107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108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109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110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111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1 112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113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114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ttore 1 115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116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117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ttore 1 118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119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120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ttore 1 121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ttore 1 122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123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ttore 1 124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ttore 1 125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ttore 1 126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ttore 1 127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nettore 1 128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nettore 1 129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ttore 1 130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itolo 1"/>
          <p:cNvSpPr txBox="1">
            <a:spLocks/>
          </p:cNvSpPr>
          <p:nvPr/>
        </p:nvSpPr>
        <p:spPr>
          <a:xfrm>
            <a:off x="641534" y="4149725"/>
            <a:ext cx="7772400" cy="968375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it-IT" dirty="0"/>
              <a:t>Fare clic per modificare lo stile del titolo</a:t>
            </a:r>
          </a:p>
        </p:txBody>
      </p:sp>
      <p:sp>
        <p:nvSpPr>
          <p:cNvPr id="133" name="Sottotitolo 2"/>
          <p:cNvSpPr txBox="1">
            <a:spLocks/>
          </p:cNvSpPr>
          <p:nvPr/>
        </p:nvSpPr>
        <p:spPr>
          <a:xfrm>
            <a:off x="641534" y="5118100"/>
            <a:ext cx="7772400" cy="133350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Wingdings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>
                <a:solidFill>
                  <a:schemeClr val="bg1"/>
                </a:solidFill>
              </a:rPr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751112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01_Polimi_centrato_COL_positivo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0" y="1721149"/>
            <a:ext cx="2730901" cy="2126951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98270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ctrTitle" idx="4294967295"/>
          </p:nvPr>
        </p:nvSpPr>
        <p:spPr>
          <a:xfrm>
            <a:off x="641534" y="4149725"/>
            <a:ext cx="7772400" cy="968375"/>
          </a:xfrm>
        </p:spPr>
        <p:txBody>
          <a:bodyPr>
            <a:noAutofit/>
          </a:bodyPr>
          <a:lstStyle/>
          <a:p>
            <a:pPr algn="ctr"/>
            <a:r>
              <a:rPr lang="it-IT" sz="2800" dirty="0"/>
              <a:t>Firma convenzione </a:t>
            </a:r>
            <a:br>
              <a:rPr lang="it-IT" sz="2800" dirty="0"/>
            </a:br>
            <a:r>
              <a:rPr lang="it-IT" sz="2800" dirty="0"/>
              <a:t>Politecnico di Milano e Veneranda Fabbrica del Duomo di Milano</a:t>
            </a:r>
          </a:p>
        </p:txBody>
      </p:sp>
      <p:sp>
        <p:nvSpPr>
          <p:cNvPr id="11" name="Sottotitolo 10"/>
          <p:cNvSpPr>
            <a:spLocks noGrp="1"/>
          </p:cNvSpPr>
          <p:nvPr>
            <p:ph type="subTitle" idx="4294967295"/>
          </p:nvPr>
        </p:nvSpPr>
        <p:spPr>
          <a:xfrm>
            <a:off x="641534" y="5743574"/>
            <a:ext cx="7772400" cy="708025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Aula Magna – Rettorato</a:t>
            </a:r>
          </a:p>
          <a:p>
            <a:pPr algn="ctr"/>
            <a:r>
              <a:rPr lang="it-IT" b="1" dirty="0">
                <a:solidFill>
                  <a:schemeClr val="bg1"/>
                </a:solidFill>
              </a:rPr>
              <a:t>Mercoledì 27 maggio 2015</a:t>
            </a:r>
          </a:p>
          <a:p>
            <a:endParaRPr lang="it-IT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836" y="1663827"/>
            <a:ext cx="3084576" cy="1301496"/>
          </a:xfrm>
          <a:prstGeom prst="rect">
            <a:avLst/>
          </a:prstGeom>
        </p:spPr>
      </p:pic>
      <p:sp>
        <p:nvSpPr>
          <p:cNvPr id="7" name="Rettangolo 6"/>
          <p:cNvSpPr/>
          <p:nvPr/>
        </p:nvSpPr>
        <p:spPr>
          <a:xfrm>
            <a:off x="0" y="3832224"/>
            <a:ext cx="9144000" cy="3025776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8" name="Gruppo 7"/>
          <p:cNvGrpSpPr/>
          <p:nvPr/>
        </p:nvGrpSpPr>
        <p:grpSpPr>
          <a:xfrm>
            <a:off x="48007" y="3816351"/>
            <a:ext cx="9036647" cy="180000"/>
            <a:chOff x="1218340" y="275867"/>
            <a:chExt cx="17715122" cy="567843"/>
          </a:xfrm>
        </p:grpSpPr>
        <p:cxnSp>
          <p:nvCxnSpPr>
            <p:cNvPr id="9" name="Connettore 1 8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ttore 1 9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1 11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1 12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3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14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15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16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17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18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19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20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21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22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23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24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25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26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27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28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29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30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31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32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33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34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35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36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37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38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1 39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1 40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1 41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1 42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43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44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1 45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46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47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48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1 49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1 50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51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1 52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1 53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1 54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ttore 1 55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1 56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1 57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1 58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1 59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1 60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1 61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1 62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1 63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1 64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ttore 1 65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66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1 67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1 68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1 69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1 70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ttore 1 71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ttore 1 72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1 73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ttore 1 74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ttore 1 75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ttore 1 76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77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ttore 1 78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ttore 1 79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1 80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ttore 1 81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1 82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ttore 1 83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1 84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1 85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ttore 1 86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ttore 1 87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ttore 1 88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ttore 1 89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ttore 1 90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1 91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ttore 1 92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ttore 1 93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ttore 1 94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ttore 1 95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96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ttore 1 97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ttore 1 98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99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ttore 1 100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ttore 1 101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ttore 1 102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103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ttore 1 104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105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106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107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108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109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110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111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1 112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113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114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ttore 1 115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116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117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ttore 1 118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119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120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ttore 1 121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ttore 1 122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123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ttore 1 124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ttore 1 125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ttore 1 126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ttore 1 127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nettore 1 128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Titolo 1"/>
          <p:cNvSpPr txBox="1">
            <a:spLocks/>
          </p:cNvSpPr>
          <p:nvPr/>
        </p:nvSpPr>
        <p:spPr>
          <a:xfrm>
            <a:off x="641534" y="4149725"/>
            <a:ext cx="7772400" cy="968375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131" name="Sottotitolo 2"/>
          <p:cNvSpPr txBox="1">
            <a:spLocks/>
          </p:cNvSpPr>
          <p:nvPr/>
        </p:nvSpPr>
        <p:spPr>
          <a:xfrm>
            <a:off x="641534" y="5118100"/>
            <a:ext cx="7772400" cy="133350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Wingdings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>
                <a:solidFill>
                  <a:schemeClr val="bg1"/>
                </a:solidFill>
              </a:rPr>
              <a:t>Fare clic per modificare lo stile del sottotitolo dello schema</a:t>
            </a:r>
          </a:p>
        </p:txBody>
      </p:sp>
      <p:sp>
        <p:nvSpPr>
          <p:cNvPr id="2" name="CasellaDiTesto 1"/>
          <p:cNvSpPr txBox="1"/>
          <p:nvPr/>
        </p:nvSpPr>
        <p:spPr>
          <a:xfrm>
            <a:off x="4908066" y="2047875"/>
            <a:ext cx="2885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Inserimento secondo logo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59495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E-R </a:t>
            </a:r>
            <a:r>
              <a:rPr lang="it-IT" dirty="0" err="1"/>
              <a:t>Diagram</a:t>
            </a:r>
            <a:r>
              <a:rPr lang="it-IT" dirty="0"/>
              <a:t>  </a:t>
            </a:r>
            <a:br>
              <a:rPr lang="it-IT" dirty="0"/>
            </a:br>
            <a:endParaRPr lang="it-IT" dirty="0"/>
          </a:p>
        </p:txBody>
      </p:sp>
      <p:pic>
        <p:nvPicPr>
          <p:cNvPr id="4" name="Immagine 4">
            <a:extLst>
              <a:ext uri="{FF2B5EF4-FFF2-40B4-BE49-F238E27FC236}">
                <a16:creationId xmlns:a16="http://schemas.microsoft.com/office/drawing/2014/main" id="{440E1C69-9B76-DA0C-65E9-9176CA13B8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86165"/>
            <a:ext cx="8323726" cy="4154034"/>
          </a:xfrm>
        </p:spPr>
      </p:pic>
    </p:spTree>
    <p:extLst>
      <p:ext uri="{BB962C8B-B14F-4D97-AF65-F5344CB8AC3E}">
        <p14:creationId xmlns:p14="http://schemas.microsoft.com/office/powerpoint/2010/main" val="3383649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AB149D-1D0B-E6B1-982A-97B4A2F8C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E-R </a:t>
            </a:r>
            <a:r>
              <a:rPr lang="it-IT" dirty="0" err="1"/>
              <a:t>Diagram</a:t>
            </a:r>
            <a:r>
              <a:rPr lang="it-IT" dirty="0"/>
              <a:t> in </a:t>
            </a:r>
            <a:r>
              <a:rPr lang="it-IT" dirty="0" err="1"/>
              <a:t>detail</a:t>
            </a:r>
          </a:p>
        </p:txBody>
      </p:sp>
      <p:pic>
        <p:nvPicPr>
          <p:cNvPr id="4" name="Immagine 4">
            <a:extLst>
              <a:ext uri="{FF2B5EF4-FFF2-40B4-BE49-F238E27FC236}">
                <a16:creationId xmlns:a16="http://schemas.microsoft.com/office/drawing/2014/main" id="{9FE155B8-49BA-525B-69AB-D3C7B76741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866" y="1470073"/>
            <a:ext cx="8323726" cy="4108883"/>
          </a:xfrm>
        </p:spPr>
      </p:pic>
    </p:spTree>
    <p:extLst>
      <p:ext uri="{BB962C8B-B14F-4D97-AF65-F5344CB8AC3E}">
        <p14:creationId xmlns:p14="http://schemas.microsoft.com/office/powerpoint/2010/main" val="2260247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FED2EA-01D6-8D0D-7830-0B9D4FC2E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E-R </a:t>
            </a:r>
            <a:r>
              <a:rPr lang="it-IT" dirty="0" err="1"/>
              <a:t>Diagram</a:t>
            </a:r>
            <a:r>
              <a:rPr lang="it-IT" dirty="0"/>
              <a:t> in </a:t>
            </a:r>
            <a:r>
              <a:rPr lang="it-IT" dirty="0" err="1"/>
              <a:t>detail</a:t>
            </a:r>
          </a:p>
        </p:txBody>
      </p:sp>
      <p:pic>
        <p:nvPicPr>
          <p:cNvPr id="4" name="Immagine 4">
            <a:extLst>
              <a:ext uri="{FF2B5EF4-FFF2-40B4-BE49-F238E27FC236}">
                <a16:creationId xmlns:a16="http://schemas.microsoft.com/office/drawing/2014/main" id="{990E0911-CA1D-BABF-6EC6-38BF92C54B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778" y="1683384"/>
            <a:ext cx="8267282" cy="3467773"/>
          </a:xfrm>
        </p:spPr>
      </p:pic>
    </p:spTree>
    <p:extLst>
      <p:ext uri="{BB962C8B-B14F-4D97-AF65-F5344CB8AC3E}">
        <p14:creationId xmlns:p14="http://schemas.microsoft.com/office/powerpoint/2010/main" val="1377970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364519-543A-1089-6BE1-3744FB9D1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E-R </a:t>
            </a:r>
            <a:r>
              <a:rPr lang="it-IT" dirty="0" err="1"/>
              <a:t>Diagram</a:t>
            </a:r>
            <a:r>
              <a:rPr lang="it-IT" dirty="0"/>
              <a:t> in </a:t>
            </a:r>
            <a:r>
              <a:rPr lang="it-IT" dirty="0" err="1"/>
              <a:t>detail</a:t>
            </a:r>
          </a:p>
        </p:txBody>
      </p:sp>
      <p:pic>
        <p:nvPicPr>
          <p:cNvPr id="4" name="Immagine 4">
            <a:extLst>
              <a:ext uri="{FF2B5EF4-FFF2-40B4-BE49-F238E27FC236}">
                <a16:creationId xmlns:a16="http://schemas.microsoft.com/office/drawing/2014/main" id="{E770C7A9-9AAE-3896-FFF1-545612A180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2044" y="1625153"/>
            <a:ext cx="8323726" cy="4114812"/>
          </a:xfrm>
        </p:spPr>
      </p:pic>
    </p:spTree>
    <p:extLst>
      <p:ext uri="{BB962C8B-B14F-4D97-AF65-F5344CB8AC3E}">
        <p14:creationId xmlns:p14="http://schemas.microsoft.com/office/powerpoint/2010/main" val="663869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269D85-74F8-2239-1202-A293E5E04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E-R </a:t>
            </a:r>
            <a:r>
              <a:rPr lang="it-IT" dirty="0" err="1"/>
              <a:t>Diagram</a:t>
            </a:r>
            <a:r>
              <a:rPr lang="it-IT" dirty="0"/>
              <a:t> in </a:t>
            </a:r>
            <a:r>
              <a:rPr lang="it-IT" dirty="0" err="1"/>
              <a:t>detail</a:t>
            </a:r>
          </a:p>
        </p:txBody>
      </p:sp>
      <p:pic>
        <p:nvPicPr>
          <p:cNvPr id="4" name="Immagine 4">
            <a:extLst>
              <a:ext uri="{FF2B5EF4-FFF2-40B4-BE49-F238E27FC236}">
                <a16:creationId xmlns:a16="http://schemas.microsoft.com/office/drawing/2014/main" id="{E4B1423D-600E-A1F0-C627-1B1197830F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553" y="1851181"/>
            <a:ext cx="8323726" cy="3282006"/>
          </a:xfrm>
        </p:spPr>
      </p:pic>
    </p:spTree>
    <p:extLst>
      <p:ext uri="{BB962C8B-B14F-4D97-AF65-F5344CB8AC3E}">
        <p14:creationId xmlns:p14="http://schemas.microsoft.com/office/powerpoint/2010/main" val="3619865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202AA8-8EA0-159C-BD9C-B3EDA657F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F05404-0522-62E2-55D9-B5F0550BA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0335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DD5B52-889B-E322-F276-76B7645CE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66661A-F32F-5A88-5DF3-5B5B7A35E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9034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CCDFEB-57C6-E1F8-2DE9-CEE360511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0633C0-6738-26E3-2B4F-E507639B1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8708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AE6CEF-4FED-09AE-DAAE-EB7B6E90A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DDB8CA9-7FEA-8751-0B14-4EE5D0C41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4498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84A5F0-EB46-9D14-C493-912147B68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4E8A11B-A788-9322-CAAD-DA25A6F7F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9091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B53049-1A66-8A8F-8BEA-425ED7B1D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AF5374C-6F0A-54E7-290E-B14D1A5D8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5017809"/>
      </p:ext>
    </p:extLst>
  </p:cSld>
  <p:clrMapOvr>
    <a:masterClrMapping/>
  </p:clrMapOvr>
</p:sld>
</file>

<file path=ppt/theme/theme1.xml><?xml version="1.0" encoding="utf-8"?>
<a:theme xmlns:a="http://schemas.openxmlformats.org/drawingml/2006/main" name="PO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POLI</Template>
  <TotalTime>130</TotalTime>
  <Words>56</Words>
  <Application>Microsoft Office PowerPoint</Application>
  <PresentationFormat>Presentazione su schermo (4:3)</PresentationFormat>
  <Paragraphs>10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5" baseType="lpstr">
      <vt:lpstr>POLI</vt:lpstr>
      <vt:lpstr>Titolo presentazione sottotitolo</vt:lpstr>
      <vt:lpstr>Presentazione standard di PowerPoint</vt:lpstr>
      <vt:lpstr>Firma convenzione  Politecnico di Milano e Veneranda Fabbrica del Duomo di Milano</vt:lpstr>
      <vt:lpstr>E-R Diagram   </vt:lpstr>
      <vt:lpstr>E-R Diagram in detail</vt:lpstr>
      <vt:lpstr>E-R Diagram in detail</vt:lpstr>
      <vt:lpstr>E-R Diagram in detail</vt:lpstr>
      <vt:lpstr>E-R Diagram in detail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Area Servizi ICT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Mattia Brambilla</dc:creator>
  <cp:lastModifiedBy>Mattia Brambilla</cp:lastModifiedBy>
  <cp:revision>53</cp:revision>
  <dcterms:created xsi:type="dcterms:W3CDTF">2015-05-26T12:27:57Z</dcterms:created>
  <dcterms:modified xsi:type="dcterms:W3CDTF">2022-12-12T07:58:09Z</dcterms:modified>
</cp:coreProperties>
</file>