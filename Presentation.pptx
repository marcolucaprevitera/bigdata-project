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7"/>
  </p:notesMasterIdLst>
  <p:sldIdLst>
    <p:sldId id="256" r:id="rId2"/>
    <p:sldId id="257" r:id="rId3"/>
    <p:sldId id="263" r:id="rId4"/>
    <p:sldId id="258" r:id="rId5"/>
    <p:sldId id="264" r:id="rId6"/>
    <p:sldId id="266" r:id="rId7"/>
    <p:sldId id="270" r:id="rId8"/>
    <p:sldId id="259" r:id="rId9"/>
    <p:sldId id="268" r:id="rId10"/>
    <p:sldId id="269" r:id="rId11"/>
    <p:sldId id="271" r:id="rId12"/>
    <p:sldId id="272" r:id="rId13"/>
    <p:sldId id="260" r:id="rId14"/>
    <p:sldId id="267" r:id="rId15"/>
    <p:sldId id="26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2E4F1F-EAEE-D5B9-122B-24F4AD4E6237}" v="15" dt="2022-12-03T19:25:02.166"/>
    <p1510:client id="{610A9A35-9DD6-469B-37A3-3A83E9EBEEEC}" v="114" dt="2022-12-03T19:17:43.012"/>
    <p1510:client id="{6B198FDA-8F05-7F4A-B3BD-9719BB4EFB5A}" v="580" dt="2022-12-01T20:21:28.693"/>
    <p1510:client id="{9A8D2D20-2202-916E-09A7-FFB4DFCBA11F}" v="38" dt="2022-12-03T00:07:52.6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33"/>
  </p:normalViewPr>
  <p:slideViewPr>
    <p:cSldViewPr snapToGrid="0">
      <p:cViewPr varScale="1">
        <p:scale>
          <a:sx n="90" d="100"/>
          <a:sy n="90" d="100"/>
        </p:scale>
        <p:origin x="8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co Riccardi" userId="S::10651584@polimi.it::6c83885c-cd25-44a2-9b68-5a6ed639437c" providerId="AD" clId="Web-{605A890F-118E-8D66-729E-36927C71C6EF}"/>
    <pc:docChg chg="modSld">
      <pc:chgData name="Francesco Riccardi" userId="S::10651584@polimi.it::6c83885c-cd25-44a2-9b68-5a6ed639437c" providerId="AD" clId="Web-{605A890F-118E-8D66-729E-36927C71C6EF}" dt="2022-11-24T21:35:48.962" v="0" actId="20577"/>
      <pc:docMkLst>
        <pc:docMk/>
      </pc:docMkLst>
      <pc:sldChg chg="modSp">
        <pc:chgData name="Francesco Riccardi" userId="S::10651584@polimi.it::6c83885c-cd25-44a2-9b68-5a6ed639437c" providerId="AD" clId="Web-{605A890F-118E-8D66-729E-36927C71C6EF}" dt="2022-11-24T21:35:48.962" v="0" actId="20577"/>
        <pc:sldMkLst>
          <pc:docMk/>
          <pc:sldMk cId="1739851156" sldId="256"/>
        </pc:sldMkLst>
        <pc:spChg chg="mod">
          <ac:chgData name="Francesco Riccardi" userId="S::10651584@polimi.it::6c83885c-cd25-44a2-9b68-5a6ed639437c" providerId="AD" clId="Web-{605A890F-118E-8D66-729E-36927C71C6EF}" dt="2022-11-24T21:35:48.962" v="0" actId="20577"/>
          <ac:spMkLst>
            <pc:docMk/>
            <pc:sldMk cId="1739851156" sldId="256"/>
            <ac:spMk id="3" creationId="{853F99FF-13D1-3667-9BA5-74E7A1063B19}"/>
          </ac:spMkLst>
        </pc:spChg>
      </pc:sldChg>
    </pc:docChg>
  </pc:docChgLst>
  <pc:docChgLst>
    <pc:chgData name="Francesco Riccardi" userId="S::10651584@polimi.it::6c83885c-cd25-44a2-9b68-5a6ed639437c" providerId="AD" clId="Web-{292E4F1F-EAEE-D5B9-122B-24F4AD4E6237}"/>
    <pc:docChg chg="modSld">
      <pc:chgData name="Francesco Riccardi" userId="S::10651584@polimi.it::6c83885c-cd25-44a2-9b68-5a6ed639437c" providerId="AD" clId="Web-{292E4F1F-EAEE-D5B9-122B-24F4AD4E6237}" dt="2022-12-03T19:25:02.166" v="13" actId="14100"/>
      <pc:docMkLst>
        <pc:docMk/>
      </pc:docMkLst>
      <pc:sldChg chg="addSp delSp modSp">
        <pc:chgData name="Francesco Riccardi" userId="S::10651584@polimi.it::6c83885c-cd25-44a2-9b68-5a6ed639437c" providerId="AD" clId="Web-{292E4F1F-EAEE-D5B9-122B-24F4AD4E6237}" dt="2022-12-03T19:24:48.228" v="9" actId="14100"/>
        <pc:sldMkLst>
          <pc:docMk/>
          <pc:sldMk cId="1739851156" sldId="256"/>
        </pc:sldMkLst>
        <pc:spChg chg="mod">
          <ac:chgData name="Francesco Riccardi" userId="S::10651584@polimi.it::6c83885c-cd25-44a2-9b68-5a6ed639437c" providerId="AD" clId="Web-{292E4F1F-EAEE-D5B9-122B-24F4AD4E6237}" dt="2022-12-03T19:24:32.258" v="4" actId="1076"/>
          <ac:spMkLst>
            <pc:docMk/>
            <pc:sldMk cId="1739851156" sldId="256"/>
            <ac:spMk id="4" creationId="{97F1A706-2FC5-4163-712D-7EDE744E35EE}"/>
          </ac:spMkLst>
        </pc:spChg>
        <pc:picChg chg="add mod">
          <ac:chgData name="Francesco Riccardi" userId="S::10651584@polimi.it::6c83885c-cd25-44a2-9b68-5a6ed639437c" providerId="AD" clId="Web-{292E4F1F-EAEE-D5B9-122B-24F4AD4E6237}" dt="2022-12-03T19:24:48.228" v="9" actId="14100"/>
          <ac:picMkLst>
            <pc:docMk/>
            <pc:sldMk cId="1739851156" sldId="256"/>
            <ac:picMk id="2" creationId="{8E3B592B-882C-27FF-8A0A-FBE0BCFB4D02}"/>
          </ac:picMkLst>
        </pc:picChg>
        <pc:picChg chg="del">
          <ac:chgData name="Francesco Riccardi" userId="S::10651584@polimi.it::6c83885c-cd25-44a2-9b68-5a6ed639437c" providerId="AD" clId="Web-{292E4F1F-EAEE-D5B9-122B-24F4AD4E6237}" dt="2022-12-03T19:24:41.290" v="6"/>
          <ac:picMkLst>
            <pc:docMk/>
            <pc:sldMk cId="1739851156" sldId="256"/>
            <ac:picMk id="1026" creationId="{EB8EB7EE-659F-07C9-A2F3-8B871CF80120}"/>
          </ac:picMkLst>
        </pc:picChg>
      </pc:sldChg>
      <pc:sldChg chg="addSp modSp">
        <pc:chgData name="Francesco Riccardi" userId="S::10651584@polimi.it::6c83885c-cd25-44a2-9b68-5a6ed639437c" providerId="AD" clId="Web-{292E4F1F-EAEE-D5B9-122B-24F4AD4E6237}" dt="2022-12-03T19:25:02.166" v="13" actId="14100"/>
        <pc:sldMkLst>
          <pc:docMk/>
          <pc:sldMk cId="1997099775" sldId="257"/>
        </pc:sldMkLst>
        <pc:picChg chg="add mod">
          <ac:chgData name="Francesco Riccardi" userId="S::10651584@polimi.it::6c83885c-cd25-44a2-9b68-5a6ed639437c" providerId="AD" clId="Web-{292E4F1F-EAEE-D5B9-122B-24F4AD4E6237}" dt="2022-12-03T19:25:02.166" v="13" actId="14100"/>
          <ac:picMkLst>
            <pc:docMk/>
            <pc:sldMk cId="1997099775" sldId="257"/>
            <ac:picMk id="4" creationId="{E02AD754-C79A-99CE-3C00-38A8F37E5DF8}"/>
          </ac:picMkLst>
        </pc:picChg>
      </pc:sldChg>
    </pc:docChg>
  </pc:docChgLst>
  <pc:docChgLst>
    <pc:chgData name="Simone Lo Gatto" userId="S::10736180@polimi.it::198d6410-1b3e-42f1-8ce6-640f3dfbb9b2" providerId="AD" clId="Web-{92733BD2-06C4-FF9B-755B-90E8686A8C36}"/>
    <pc:docChg chg="modSld">
      <pc:chgData name="Simone Lo Gatto" userId="S::10736180@polimi.it::198d6410-1b3e-42f1-8ce6-640f3dfbb9b2" providerId="AD" clId="Web-{92733BD2-06C4-FF9B-755B-90E8686A8C36}" dt="2022-11-24T20:52:25.211" v="16" actId="20577"/>
      <pc:docMkLst>
        <pc:docMk/>
      </pc:docMkLst>
      <pc:sldChg chg="modSp">
        <pc:chgData name="Simone Lo Gatto" userId="S::10736180@polimi.it::198d6410-1b3e-42f1-8ce6-640f3dfbb9b2" providerId="AD" clId="Web-{92733BD2-06C4-FF9B-755B-90E8686A8C36}" dt="2022-11-24T20:52:25.211" v="16" actId="20577"/>
        <pc:sldMkLst>
          <pc:docMk/>
          <pc:sldMk cId="1739851156" sldId="256"/>
        </pc:sldMkLst>
        <pc:spChg chg="mod">
          <ac:chgData name="Simone Lo Gatto" userId="S::10736180@polimi.it::198d6410-1b3e-42f1-8ce6-640f3dfbb9b2" providerId="AD" clId="Web-{92733BD2-06C4-FF9B-755B-90E8686A8C36}" dt="2022-11-24T20:52:08.445" v="8" actId="20577"/>
          <ac:spMkLst>
            <pc:docMk/>
            <pc:sldMk cId="1739851156" sldId="256"/>
            <ac:spMk id="2" creationId="{6B8BF14D-FCEF-18B0-F288-4B49F37D225F}"/>
          </ac:spMkLst>
        </pc:spChg>
        <pc:spChg chg="mod">
          <ac:chgData name="Simone Lo Gatto" userId="S::10736180@polimi.it::198d6410-1b3e-42f1-8ce6-640f3dfbb9b2" providerId="AD" clId="Web-{92733BD2-06C4-FF9B-755B-90E8686A8C36}" dt="2022-11-24T20:52:25.211" v="16" actId="20577"/>
          <ac:spMkLst>
            <pc:docMk/>
            <pc:sldMk cId="1739851156" sldId="256"/>
            <ac:spMk id="3" creationId="{853F99FF-13D1-3667-9BA5-74E7A1063B19}"/>
          </ac:spMkLst>
        </pc:spChg>
      </pc:sldChg>
    </pc:docChg>
  </pc:docChgLst>
  <pc:docChgLst>
    <pc:chgData name="Francesco Riccardi" userId="6c83885c-cd25-44a2-9b68-5a6ed639437c" providerId="ADAL" clId="{6B198FDA-8F05-7F4A-B3BD-9719BB4EFB5A}"/>
    <pc:docChg chg="undo redo custSel addSld delSld modSld sldOrd modMainMaster">
      <pc:chgData name="Francesco Riccardi" userId="6c83885c-cd25-44a2-9b68-5a6ed639437c" providerId="ADAL" clId="{6B198FDA-8F05-7F4A-B3BD-9719BB4EFB5A}" dt="2022-12-01T20:21:28.693" v="2077"/>
      <pc:docMkLst>
        <pc:docMk/>
      </pc:docMkLst>
      <pc:sldChg chg="addSp delSp modSp mod modTransition">
        <pc:chgData name="Francesco Riccardi" userId="6c83885c-cd25-44a2-9b68-5a6ed639437c" providerId="ADAL" clId="{6B198FDA-8F05-7F4A-B3BD-9719BB4EFB5A}" dt="2022-11-26T19:39:30.860" v="1503" actId="1076"/>
        <pc:sldMkLst>
          <pc:docMk/>
          <pc:sldMk cId="1739851156" sldId="256"/>
        </pc:sldMkLst>
        <pc:spChg chg="del mod">
          <ac:chgData name="Francesco Riccardi" userId="6c83885c-cd25-44a2-9b68-5a6ed639437c" providerId="ADAL" clId="{6B198FDA-8F05-7F4A-B3BD-9719BB4EFB5A}" dt="2022-11-26T19:37:37.756" v="1480" actId="478"/>
          <ac:spMkLst>
            <pc:docMk/>
            <pc:sldMk cId="1739851156" sldId="256"/>
            <ac:spMk id="2" creationId="{6B8BF14D-FCEF-18B0-F288-4B49F37D225F}"/>
          </ac:spMkLst>
        </pc:spChg>
        <pc:spChg chg="mod">
          <ac:chgData name="Francesco Riccardi" userId="6c83885c-cd25-44a2-9b68-5a6ed639437c" providerId="ADAL" clId="{6B198FDA-8F05-7F4A-B3BD-9719BB4EFB5A}" dt="2022-11-25T19:02:47.710" v="34" actId="1076"/>
          <ac:spMkLst>
            <pc:docMk/>
            <pc:sldMk cId="1739851156" sldId="256"/>
            <ac:spMk id="3" creationId="{853F99FF-13D1-3667-9BA5-74E7A1063B19}"/>
          </ac:spMkLst>
        </pc:spChg>
        <pc:spChg chg="add mod">
          <ac:chgData name="Francesco Riccardi" userId="6c83885c-cd25-44a2-9b68-5a6ed639437c" providerId="ADAL" clId="{6B198FDA-8F05-7F4A-B3BD-9719BB4EFB5A}" dt="2022-11-26T19:39:30.860" v="1503" actId="1076"/>
          <ac:spMkLst>
            <pc:docMk/>
            <pc:sldMk cId="1739851156" sldId="256"/>
            <ac:spMk id="4" creationId="{97F1A706-2FC5-4163-712D-7EDE744E35EE}"/>
          </ac:spMkLst>
        </pc:spChg>
        <pc:spChg chg="add mod">
          <ac:chgData name="Francesco Riccardi" userId="6c83885c-cd25-44a2-9b68-5a6ed639437c" providerId="ADAL" clId="{6B198FDA-8F05-7F4A-B3BD-9719BB4EFB5A}" dt="2022-11-26T19:39:07.556" v="1497" actId="1076"/>
          <ac:spMkLst>
            <pc:docMk/>
            <pc:sldMk cId="1739851156" sldId="256"/>
            <ac:spMk id="5" creationId="{2B4857E0-45B5-7215-40F3-088E2058ED04}"/>
          </ac:spMkLst>
        </pc:spChg>
        <pc:spChg chg="add del mod">
          <ac:chgData name="Francesco Riccardi" userId="6c83885c-cd25-44a2-9b68-5a6ed639437c" providerId="ADAL" clId="{6B198FDA-8F05-7F4A-B3BD-9719BB4EFB5A}" dt="2022-11-26T19:37:40.775" v="1481" actId="478"/>
          <ac:spMkLst>
            <pc:docMk/>
            <pc:sldMk cId="1739851156" sldId="256"/>
            <ac:spMk id="7" creationId="{EBDB1964-2625-577E-8D9D-83B6E586A08F}"/>
          </ac:spMkLst>
        </pc:spChg>
        <pc:spChg chg="add mod">
          <ac:chgData name="Francesco Riccardi" userId="6c83885c-cd25-44a2-9b68-5a6ed639437c" providerId="ADAL" clId="{6B198FDA-8F05-7F4A-B3BD-9719BB4EFB5A}" dt="2022-11-26T19:39:23.875" v="1502" actId="207"/>
          <ac:spMkLst>
            <pc:docMk/>
            <pc:sldMk cId="1739851156" sldId="256"/>
            <ac:spMk id="9" creationId="{BB42A9AD-33ED-2FCD-C936-79A867C92F6A}"/>
          </ac:spMkLst>
        </pc:spChg>
        <pc:picChg chg="add mod">
          <ac:chgData name="Francesco Riccardi" userId="6c83885c-cd25-44a2-9b68-5a6ed639437c" providerId="ADAL" clId="{6B198FDA-8F05-7F4A-B3BD-9719BB4EFB5A}" dt="2022-11-25T19:09:17.494" v="463" actId="1076"/>
          <ac:picMkLst>
            <pc:docMk/>
            <pc:sldMk cId="1739851156" sldId="256"/>
            <ac:picMk id="1026" creationId="{EB8EB7EE-659F-07C9-A2F3-8B871CF80120}"/>
          </ac:picMkLst>
        </pc:picChg>
      </pc:sldChg>
      <pc:sldChg chg="addSp modSp new mod modTransition">
        <pc:chgData name="Francesco Riccardi" userId="6c83885c-cd25-44a2-9b68-5a6ed639437c" providerId="ADAL" clId="{6B198FDA-8F05-7F4A-B3BD-9719BB4EFB5A}" dt="2022-12-01T20:21:28.693" v="2077"/>
        <pc:sldMkLst>
          <pc:docMk/>
          <pc:sldMk cId="1997099775" sldId="257"/>
        </pc:sldMkLst>
        <pc:spChg chg="mod">
          <ac:chgData name="Francesco Riccardi" userId="6c83885c-cd25-44a2-9b68-5a6ed639437c" providerId="ADAL" clId="{6B198FDA-8F05-7F4A-B3BD-9719BB4EFB5A}" dt="2022-12-01T19:49:08.970" v="1505" actId="21"/>
          <ac:spMkLst>
            <pc:docMk/>
            <pc:sldMk cId="1997099775" sldId="257"/>
            <ac:spMk id="2" creationId="{E5DADC56-DF6B-D06E-00D8-B8EA82AFCB39}"/>
          </ac:spMkLst>
        </pc:spChg>
        <pc:spChg chg="mod">
          <ac:chgData name="Francesco Riccardi" userId="6c83885c-cd25-44a2-9b68-5a6ed639437c" providerId="ADAL" clId="{6B198FDA-8F05-7F4A-B3BD-9719BB4EFB5A}" dt="2022-11-26T19:17:36.405" v="822" actId="1076"/>
          <ac:spMkLst>
            <pc:docMk/>
            <pc:sldMk cId="1997099775" sldId="257"/>
            <ac:spMk id="3" creationId="{A9645E9F-66AC-E983-250F-2C0BB9690A52}"/>
          </ac:spMkLst>
        </pc:spChg>
        <pc:spChg chg="add mod">
          <ac:chgData name="Francesco Riccardi" userId="6c83885c-cd25-44a2-9b68-5a6ed639437c" providerId="ADAL" clId="{6B198FDA-8F05-7F4A-B3BD-9719BB4EFB5A}" dt="2022-11-25T19:05:15.607" v="221" actId="1076"/>
          <ac:spMkLst>
            <pc:docMk/>
            <pc:sldMk cId="1997099775" sldId="257"/>
            <ac:spMk id="5" creationId="{FA85A62D-0376-8661-37A6-E06571704D20}"/>
          </ac:spMkLst>
        </pc:spChg>
      </pc:sldChg>
      <pc:sldChg chg="addSp modSp new mod modTransition">
        <pc:chgData name="Francesco Riccardi" userId="6c83885c-cd25-44a2-9b68-5a6ed639437c" providerId="ADAL" clId="{6B198FDA-8F05-7F4A-B3BD-9719BB4EFB5A}" dt="2022-12-01T20:21:28.693" v="2077"/>
        <pc:sldMkLst>
          <pc:docMk/>
          <pc:sldMk cId="2001695281" sldId="258"/>
        </pc:sldMkLst>
        <pc:spChg chg="mod">
          <ac:chgData name="Francesco Riccardi" userId="6c83885c-cd25-44a2-9b68-5a6ed639437c" providerId="ADAL" clId="{6B198FDA-8F05-7F4A-B3BD-9719BB4EFB5A}" dt="2022-11-25T19:05:00.907" v="216" actId="21"/>
          <ac:spMkLst>
            <pc:docMk/>
            <pc:sldMk cId="2001695281" sldId="258"/>
            <ac:spMk id="2" creationId="{E581E5A7-5673-8DD1-304E-8D1F103431C0}"/>
          </ac:spMkLst>
        </pc:spChg>
        <pc:spChg chg="mod">
          <ac:chgData name="Francesco Riccardi" userId="6c83885c-cd25-44a2-9b68-5a6ed639437c" providerId="ADAL" clId="{6B198FDA-8F05-7F4A-B3BD-9719BB4EFB5A}" dt="2022-12-01T20:05:13.891" v="1912" actId="14100"/>
          <ac:spMkLst>
            <pc:docMk/>
            <pc:sldMk cId="2001695281" sldId="258"/>
            <ac:spMk id="3" creationId="{33FEC46C-24B7-84FD-CF3E-294C2816ED4A}"/>
          </ac:spMkLst>
        </pc:spChg>
        <pc:spChg chg="add mod">
          <ac:chgData name="Francesco Riccardi" userId="6c83885c-cd25-44a2-9b68-5a6ed639437c" providerId="ADAL" clId="{6B198FDA-8F05-7F4A-B3BD-9719BB4EFB5A}" dt="2022-11-25T19:05:05.922" v="218" actId="1076"/>
          <ac:spMkLst>
            <pc:docMk/>
            <pc:sldMk cId="2001695281" sldId="258"/>
            <ac:spMk id="5" creationId="{0DF2D5FF-103F-80F0-A55E-11A60863A5A7}"/>
          </ac:spMkLst>
        </pc:spChg>
        <pc:cxnChg chg="add mod">
          <ac:chgData name="Francesco Riccardi" userId="6c83885c-cd25-44a2-9b68-5a6ed639437c" providerId="ADAL" clId="{6B198FDA-8F05-7F4A-B3BD-9719BB4EFB5A}" dt="2022-12-01T20:05:54.790" v="1929" actId="692"/>
          <ac:cxnSpMkLst>
            <pc:docMk/>
            <pc:sldMk cId="2001695281" sldId="258"/>
            <ac:cxnSpMk id="6" creationId="{8F1D20BB-22AB-7F36-A669-728888AF28D8}"/>
          </ac:cxnSpMkLst>
        </pc:cxnChg>
      </pc:sldChg>
      <pc:sldChg chg="addSp delSp modSp new mod modTransition">
        <pc:chgData name="Francesco Riccardi" userId="6c83885c-cd25-44a2-9b68-5a6ed639437c" providerId="ADAL" clId="{6B198FDA-8F05-7F4A-B3BD-9719BB4EFB5A}" dt="2022-12-01T20:21:28.693" v="2077"/>
        <pc:sldMkLst>
          <pc:docMk/>
          <pc:sldMk cId="1269879673" sldId="259"/>
        </pc:sldMkLst>
        <pc:spChg chg="mod">
          <ac:chgData name="Francesco Riccardi" userId="6c83885c-cd25-44a2-9b68-5a6ed639437c" providerId="ADAL" clId="{6B198FDA-8F05-7F4A-B3BD-9719BB4EFB5A}" dt="2022-11-25T19:04:42.040" v="204" actId="20577"/>
          <ac:spMkLst>
            <pc:docMk/>
            <pc:sldMk cId="1269879673" sldId="259"/>
            <ac:spMk id="2" creationId="{A072A490-019A-2EE8-2F26-D789C7921E80}"/>
          </ac:spMkLst>
        </pc:spChg>
        <pc:spChg chg="mod">
          <ac:chgData name="Francesco Riccardi" userId="6c83885c-cd25-44a2-9b68-5a6ed639437c" providerId="ADAL" clId="{6B198FDA-8F05-7F4A-B3BD-9719BB4EFB5A}" dt="2022-11-26T19:25:09.753" v="1153" actId="1076"/>
          <ac:spMkLst>
            <pc:docMk/>
            <pc:sldMk cId="1269879673" sldId="259"/>
            <ac:spMk id="3" creationId="{0CA3E8E9-5F02-89AC-7098-FB0C91FCE0C1}"/>
          </ac:spMkLst>
        </pc:spChg>
        <pc:spChg chg="add mod">
          <ac:chgData name="Francesco Riccardi" userId="6c83885c-cd25-44a2-9b68-5a6ed639437c" providerId="ADAL" clId="{6B198FDA-8F05-7F4A-B3BD-9719BB4EFB5A}" dt="2022-11-25T19:05:34.544" v="253" actId="1076"/>
          <ac:spMkLst>
            <pc:docMk/>
            <pc:sldMk cId="1269879673" sldId="259"/>
            <ac:spMk id="5" creationId="{13D5DE9C-201F-8EA2-7876-DAB72980D953}"/>
          </ac:spMkLst>
        </pc:spChg>
        <pc:spChg chg="add del">
          <ac:chgData name="Francesco Riccardi" userId="6c83885c-cd25-44a2-9b68-5a6ed639437c" providerId="ADAL" clId="{6B198FDA-8F05-7F4A-B3BD-9719BB4EFB5A}" dt="2022-11-25T19:05:39.776" v="255" actId="22"/>
          <ac:spMkLst>
            <pc:docMk/>
            <pc:sldMk cId="1269879673" sldId="259"/>
            <ac:spMk id="7" creationId="{3734E8EB-4273-4836-B006-383169469536}"/>
          </ac:spMkLst>
        </pc:spChg>
      </pc:sldChg>
      <pc:sldChg chg="addSp modSp new mod modTransition">
        <pc:chgData name="Francesco Riccardi" userId="6c83885c-cd25-44a2-9b68-5a6ed639437c" providerId="ADAL" clId="{6B198FDA-8F05-7F4A-B3BD-9719BB4EFB5A}" dt="2022-12-01T20:21:28.693" v="2077"/>
        <pc:sldMkLst>
          <pc:docMk/>
          <pc:sldMk cId="2201632266" sldId="260"/>
        </pc:sldMkLst>
        <pc:spChg chg="mod">
          <ac:chgData name="Francesco Riccardi" userId="6c83885c-cd25-44a2-9b68-5a6ed639437c" providerId="ADAL" clId="{6B198FDA-8F05-7F4A-B3BD-9719BB4EFB5A}" dt="2022-11-25T19:05:49.668" v="271" actId="5793"/>
          <ac:spMkLst>
            <pc:docMk/>
            <pc:sldMk cId="2201632266" sldId="260"/>
            <ac:spMk id="2" creationId="{D81A5BD0-D3C4-8359-3413-C6FB5B58989A}"/>
          </ac:spMkLst>
        </pc:spChg>
        <pc:spChg chg="add mod">
          <ac:chgData name="Francesco Riccardi" userId="6c83885c-cd25-44a2-9b68-5a6ed639437c" providerId="ADAL" clId="{6B198FDA-8F05-7F4A-B3BD-9719BB4EFB5A}" dt="2022-11-25T19:06:03.021" v="307" actId="1076"/>
          <ac:spMkLst>
            <pc:docMk/>
            <pc:sldMk cId="2201632266" sldId="260"/>
            <ac:spMk id="5" creationId="{20F670A7-5C31-0F1C-083E-5ED663CDC19D}"/>
          </ac:spMkLst>
        </pc:spChg>
      </pc:sldChg>
      <pc:sldChg chg="addSp modSp new mod modTransition">
        <pc:chgData name="Francesco Riccardi" userId="6c83885c-cd25-44a2-9b68-5a6ed639437c" providerId="ADAL" clId="{6B198FDA-8F05-7F4A-B3BD-9719BB4EFB5A}" dt="2022-12-01T19:52:42.171" v="1560" actId="1076"/>
        <pc:sldMkLst>
          <pc:docMk/>
          <pc:sldMk cId="2616121869" sldId="261"/>
        </pc:sldMkLst>
        <pc:spChg chg="mod">
          <ac:chgData name="Francesco Riccardi" userId="6c83885c-cd25-44a2-9b68-5a6ed639437c" providerId="ADAL" clId="{6B198FDA-8F05-7F4A-B3BD-9719BB4EFB5A}" dt="2022-11-25T19:06:08.857" v="320" actId="20577"/>
          <ac:spMkLst>
            <pc:docMk/>
            <pc:sldMk cId="2616121869" sldId="261"/>
            <ac:spMk id="2" creationId="{3CB7E032-EEC6-829F-CDE9-3C7EFCC5319E}"/>
          </ac:spMkLst>
        </pc:spChg>
        <pc:spChg chg="mod">
          <ac:chgData name="Francesco Riccardi" userId="6c83885c-cd25-44a2-9b68-5a6ed639437c" providerId="ADAL" clId="{6B198FDA-8F05-7F4A-B3BD-9719BB4EFB5A}" dt="2022-12-01T19:52:42.171" v="1560" actId="1076"/>
          <ac:spMkLst>
            <pc:docMk/>
            <pc:sldMk cId="2616121869" sldId="261"/>
            <ac:spMk id="3" creationId="{2408C200-4A9D-91DA-A2B5-127B8CE002AD}"/>
          </ac:spMkLst>
        </pc:spChg>
        <pc:spChg chg="add mod">
          <ac:chgData name="Francesco Riccardi" userId="6c83885c-cd25-44a2-9b68-5a6ed639437c" providerId="ADAL" clId="{6B198FDA-8F05-7F4A-B3BD-9719BB4EFB5A}" dt="2022-11-25T19:06:59.581" v="342" actId="1076"/>
          <ac:spMkLst>
            <pc:docMk/>
            <pc:sldMk cId="2616121869" sldId="261"/>
            <ac:spMk id="5" creationId="{BA7C6C9D-5FC6-3648-B2E7-DB271664F639}"/>
          </ac:spMkLst>
        </pc:spChg>
        <pc:spChg chg="add mod">
          <ac:chgData name="Francesco Riccardi" userId="6c83885c-cd25-44a2-9b68-5a6ed639437c" providerId="ADAL" clId="{6B198FDA-8F05-7F4A-B3BD-9719BB4EFB5A}" dt="2022-11-25T19:10:02.139" v="556" actId="20577"/>
          <ac:spMkLst>
            <pc:docMk/>
            <pc:sldMk cId="2616121869" sldId="261"/>
            <ac:spMk id="7" creationId="{D7A7BB32-EAD2-C47A-31A5-C152CB6BA1DF}"/>
          </ac:spMkLst>
        </pc:spChg>
      </pc:sldChg>
      <pc:sldChg chg="delSp modSp new del mod setBg">
        <pc:chgData name="Francesco Riccardi" userId="6c83885c-cd25-44a2-9b68-5a6ed639437c" providerId="ADAL" clId="{6B198FDA-8F05-7F4A-B3BD-9719BB4EFB5A}" dt="2022-11-26T19:14:26.486" v="762" actId="2696"/>
        <pc:sldMkLst>
          <pc:docMk/>
          <pc:sldMk cId="1564590995" sldId="262"/>
        </pc:sldMkLst>
        <pc:spChg chg="del">
          <ac:chgData name="Francesco Riccardi" userId="6c83885c-cd25-44a2-9b68-5a6ed639437c" providerId="ADAL" clId="{6B198FDA-8F05-7F4A-B3BD-9719BB4EFB5A}" dt="2022-11-26T19:13:07.642" v="748" actId="478"/>
          <ac:spMkLst>
            <pc:docMk/>
            <pc:sldMk cId="1564590995" sldId="262"/>
            <ac:spMk id="2" creationId="{0AB101C4-F06D-F6D8-447A-DB75AB503107}"/>
          </ac:spMkLst>
        </pc:spChg>
        <pc:spChg chg="mod">
          <ac:chgData name="Francesco Riccardi" userId="6c83885c-cd25-44a2-9b68-5a6ed639437c" providerId="ADAL" clId="{6B198FDA-8F05-7F4A-B3BD-9719BB4EFB5A}" dt="2022-11-26T19:14:23.072" v="761" actId="27636"/>
          <ac:spMkLst>
            <pc:docMk/>
            <pc:sldMk cId="1564590995" sldId="262"/>
            <ac:spMk id="3" creationId="{21CB5731-E9D2-D673-A4F5-F36292413CBE}"/>
          </ac:spMkLst>
        </pc:spChg>
      </pc:sldChg>
      <pc:sldChg chg="addSp delSp modSp new mod modTransition">
        <pc:chgData name="Francesco Riccardi" userId="6c83885c-cd25-44a2-9b68-5a6ed639437c" providerId="ADAL" clId="{6B198FDA-8F05-7F4A-B3BD-9719BB4EFB5A}" dt="2022-12-01T20:21:28.693" v="2077"/>
        <pc:sldMkLst>
          <pc:docMk/>
          <pc:sldMk cId="3087377156" sldId="263"/>
        </pc:sldMkLst>
        <pc:spChg chg="del">
          <ac:chgData name="Francesco Riccardi" userId="6c83885c-cd25-44a2-9b68-5a6ed639437c" providerId="ADAL" clId="{6B198FDA-8F05-7F4A-B3BD-9719BB4EFB5A}" dt="2022-11-26T19:14:18.154" v="758" actId="478"/>
          <ac:spMkLst>
            <pc:docMk/>
            <pc:sldMk cId="3087377156" sldId="263"/>
            <ac:spMk id="2" creationId="{CEA28F8D-E131-8B77-BD50-48BD66C3D0D0}"/>
          </ac:spMkLst>
        </pc:spChg>
        <pc:spChg chg="mod">
          <ac:chgData name="Francesco Riccardi" userId="6c83885c-cd25-44a2-9b68-5a6ed639437c" providerId="ADAL" clId="{6B198FDA-8F05-7F4A-B3BD-9719BB4EFB5A}" dt="2022-12-01T20:01:43.754" v="1810" actId="20577"/>
          <ac:spMkLst>
            <pc:docMk/>
            <pc:sldMk cId="3087377156" sldId="263"/>
            <ac:spMk id="3" creationId="{2423FF04-5BD9-F795-AD88-E24648B2630E}"/>
          </ac:spMkLst>
        </pc:spChg>
        <pc:spChg chg="add del mod">
          <ac:chgData name="Francesco Riccardi" userId="6c83885c-cd25-44a2-9b68-5a6ed639437c" providerId="ADAL" clId="{6B198FDA-8F05-7F4A-B3BD-9719BB4EFB5A}" dt="2022-11-26T19:15:04.775" v="770" actId="478"/>
          <ac:spMkLst>
            <pc:docMk/>
            <pc:sldMk cId="3087377156" sldId="263"/>
            <ac:spMk id="4" creationId="{B3ABF648-50C9-0B77-A893-EEC6277779E6}"/>
          </ac:spMkLst>
        </pc:spChg>
        <pc:spChg chg="add mod">
          <ac:chgData name="Francesco Riccardi" userId="6c83885c-cd25-44a2-9b68-5a6ed639437c" providerId="ADAL" clId="{6B198FDA-8F05-7F4A-B3BD-9719BB4EFB5A}" dt="2022-12-01T20:01:49.735" v="1811" actId="1076"/>
          <ac:spMkLst>
            <pc:docMk/>
            <pc:sldMk cId="3087377156" sldId="263"/>
            <ac:spMk id="4" creationId="{C7D2A540-72AF-9E4D-C9F4-0CF3E696FB47}"/>
          </ac:spMkLst>
        </pc:spChg>
        <pc:spChg chg="add mod">
          <ac:chgData name="Francesco Riccardi" userId="6c83885c-cd25-44a2-9b68-5a6ed639437c" providerId="ADAL" clId="{6B198FDA-8F05-7F4A-B3BD-9719BB4EFB5A}" dt="2022-12-01T19:51:03.876" v="1539" actId="1076"/>
          <ac:spMkLst>
            <pc:docMk/>
            <pc:sldMk cId="3087377156" sldId="263"/>
            <ac:spMk id="5" creationId="{FEA7CB59-397C-8C11-0C27-5262735F798F}"/>
          </ac:spMkLst>
        </pc:spChg>
        <pc:picChg chg="add mod">
          <ac:chgData name="Francesco Riccardi" userId="6c83885c-cd25-44a2-9b68-5a6ed639437c" providerId="ADAL" clId="{6B198FDA-8F05-7F4A-B3BD-9719BB4EFB5A}" dt="2022-12-01T19:51:19.476" v="1542" actId="14100"/>
          <ac:picMkLst>
            <pc:docMk/>
            <pc:sldMk cId="3087377156" sldId="263"/>
            <ac:picMk id="6" creationId="{4DB75831-66D7-19E2-C474-9AEEB802AF3E}"/>
          </ac:picMkLst>
        </pc:picChg>
      </pc:sldChg>
      <pc:sldChg chg="addSp delSp modSp new mod modTransition">
        <pc:chgData name="Francesco Riccardi" userId="6c83885c-cd25-44a2-9b68-5a6ed639437c" providerId="ADAL" clId="{6B198FDA-8F05-7F4A-B3BD-9719BB4EFB5A}" dt="2022-12-01T20:21:28.693" v="2077"/>
        <pc:sldMkLst>
          <pc:docMk/>
          <pc:sldMk cId="2442836954" sldId="264"/>
        </pc:sldMkLst>
        <pc:spChg chg="del">
          <ac:chgData name="Francesco Riccardi" userId="6c83885c-cd25-44a2-9b68-5a6ed639437c" providerId="ADAL" clId="{6B198FDA-8F05-7F4A-B3BD-9719BB4EFB5A}" dt="2022-11-26T19:19:04.856" v="833" actId="478"/>
          <ac:spMkLst>
            <pc:docMk/>
            <pc:sldMk cId="2442836954" sldId="264"/>
            <ac:spMk id="2" creationId="{F9EB7911-3FBB-08AB-22D5-C75AC32D715D}"/>
          </ac:spMkLst>
        </pc:spChg>
        <pc:spChg chg="mod">
          <ac:chgData name="Francesco Riccardi" userId="6c83885c-cd25-44a2-9b68-5a6ed639437c" providerId="ADAL" clId="{6B198FDA-8F05-7F4A-B3BD-9719BB4EFB5A}" dt="2022-12-01T19:51:30.709" v="1543" actId="14100"/>
          <ac:spMkLst>
            <pc:docMk/>
            <pc:sldMk cId="2442836954" sldId="264"/>
            <ac:spMk id="3" creationId="{101064D0-B8B8-4055-6947-2A6F2A6739A8}"/>
          </ac:spMkLst>
        </pc:spChg>
        <pc:picChg chg="add mod">
          <ac:chgData name="Francesco Riccardi" userId="6c83885c-cd25-44a2-9b68-5a6ed639437c" providerId="ADAL" clId="{6B198FDA-8F05-7F4A-B3BD-9719BB4EFB5A}" dt="2022-11-26T19:20:36.954" v="856" actId="14100"/>
          <ac:picMkLst>
            <pc:docMk/>
            <pc:sldMk cId="2442836954" sldId="264"/>
            <ac:picMk id="5" creationId="{90C1C488-5AE1-3788-E6EC-EC224F4F737B}"/>
          </ac:picMkLst>
        </pc:picChg>
      </pc:sldChg>
      <pc:sldChg chg="modSp new del mod ord modTransition">
        <pc:chgData name="Francesco Riccardi" userId="6c83885c-cd25-44a2-9b68-5a6ed639437c" providerId="ADAL" clId="{6B198FDA-8F05-7F4A-B3BD-9719BB4EFB5A}" dt="2022-12-01T20:06:34.733" v="1931" actId="2696"/>
        <pc:sldMkLst>
          <pc:docMk/>
          <pc:sldMk cId="824901656" sldId="265"/>
        </pc:sldMkLst>
        <pc:spChg chg="mod">
          <ac:chgData name="Francesco Riccardi" userId="6c83885c-cd25-44a2-9b68-5a6ed639437c" providerId="ADAL" clId="{6B198FDA-8F05-7F4A-B3BD-9719BB4EFB5A}" dt="2022-12-01T20:03:28.011" v="1817" actId="207"/>
          <ac:spMkLst>
            <pc:docMk/>
            <pc:sldMk cId="824901656" sldId="265"/>
            <ac:spMk id="2" creationId="{67B80775-1CB6-B9B2-5232-7AC722C83219}"/>
          </ac:spMkLst>
        </pc:spChg>
        <pc:spChg chg="mod">
          <ac:chgData name="Francesco Riccardi" userId="6c83885c-cd25-44a2-9b68-5a6ed639437c" providerId="ADAL" clId="{6B198FDA-8F05-7F4A-B3BD-9719BB4EFB5A}" dt="2022-12-01T20:03:30.026" v="1818" actId="207"/>
          <ac:spMkLst>
            <pc:docMk/>
            <pc:sldMk cId="824901656" sldId="265"/>
            <ac:spMk id="3" creationId="{21631D70-B02E-3C1E-8B8C-B09FFCA72FFC}"/>
          </ac:spMkLst>
        </pc:spChg>
      </pc:sldChg>
      <pc:sldChg chg="new del">
        <pc:chgData name="Francesco Riccardi" userId="6c83885c-cd25-44a2-9b68-5a6ed639437c" providerId="ADAL" clId="{6B198FDA-8F05-7F4A-B3BD-9719BB4EFB5A}" dt="2022-11-26T19:22:05.077" v="942" actId="680"/>
        <pc:sldMkLst>
          <pc:docMk/>
          <pc:sldMk cId="504062558" sldId="266"/>
        </pc:sldMkLst>
      </pc:sldChg>
      <pc:sldChg chg="add modTransition">
        <pc:chgData name="Francesco Riccardi" userId="6c83885c-cd25-44a2-9b68-5a6ed639437c" providerId="ADAL" clId="{6B198FDA-8F05-7F4A-B3BD-9719BB4EFB5A}" dt="2022-12-01T20:21:28.693" v="2077"/>
        <pc:sldMkLst>
          <pc:docMk/>
          <pc:sldMk cId="3138963825" sldId="266"/>
        </pc:sldMkLst>
      </pc:sldChg>
      <pc:sldChg chg="addSp modSp add del mod modTransition">
        <pc:chgData name="Francesco Riccardi" userId="6c83885c-cd25-44a2-9b68-5a6ed639437c" providerId="ADAL" clId="{6B198FDA-8F05-7F4A-B3BD-9719BB4EFB5A}" dt="2022-12-01T20:00:26.096" v="1741" actId="2696"/>
        <pc:sldMkLst>
          <pc:docMk/>
          <pc:sldMk cId="3331178231" sldId="266"/>
        </pc:sldMkLst>
        <pc:spChg chg="mod">
          <ac:chgData name="Francesco Riccardi" userId="6c83885c-cd25-44a2-9b68-5a6ed639437c" providerId="ADAL" clId="{6B198FDA-8F05-7F4A-B3BD-9719BB4EFB5A}" dt="2022-12-01T19:59:04.578" v="1729" actId="20577"/>
          <ac:spMkLst>
            <pc:docMk/>
            <pc:sldMk cId="3331178231" sldId="266"/>
            <ac:spMk id="2" creationId="{67B80775-1CB6-B9B2-5232-7AC722C83219}"/>
          </ac:spMkLst>
        </pc:spChg>
        <pc:spChg chg="mod">
          <ac:chgData name="Francesco Riccardi" userId="6c83885c-cd25-44a2-9b68-5a6ed639437c" providerId="ADAL" clId="{6B198FDA-8F05-7F4A-B3BD-9719BB4EFB5A}" dt="2022-12-01T19:58:43.395" v="1727" actId="20577"/>
          <ac:spMkLst>
            <pc:docMk/>
            <pc:sldMk cId="3331178231" sldId="266"/>
            <ac:spMk id="3" creationId="{21631D70-B02E-3C1E-8B8C-B09FFCA72FFC}"/>
          </ac:spMkLst>
        </pc:spChg>
        <pc:spChg chg="add mod">
          <ac:chgData name="Francesco Riccardi" userId="6c83885c-cd25-44a2-9b68-5a6ed639437c" providerId="ADAL" clId="{6B198FDA-8F05-7F4A-B3BD-9719BB4EFB5A}" dt="2022-12-01T19:59:27.675" v="1732" actId="20577"/>
          <ac:spMkLst>
            <pc:docMk/>
            <pc:sldMk cId="3331178231" sldId="266"/>
            <ac:spMk id="4" creationId="{30B65784-ED38-1D00-21A1-13AD4D903F5A}"/>
          </ac:spMkLst>
        </pc:spChg>
        <pc:picChg chg="add mod">
          <ac:chgData name="Francesco Riccardi" userId="6c83885c-cd25-44a2-9b68-5a6ed639437c" providerId="ADAL" clId="{6B198FDA-8F05-7F4A-B3BD-9719BB4EFB5A}" dt="2022-12-01T20:00:02.187" v="1740" actId="1076"/>
          <ac:picMkLst>
            <pc:docMk/>
            <pc:sldMk cId="3331178231" sldId="266"/>
            <ac:picMk id="6" creationId="{F64BC5B6-5DED-4366-252C-DA9138299545}"/>
          </ac:picMkLst>
        </pc:picChg>
      </pc:sldChg>
      <pc:sldChg chg="modSp add mod modTransition">
        <pc:chgData name="Francesco Riccardi" userId="6c83885c-cd25-44a2-9b68-5a6ed639437c" providerId="ADAL" clId="{6B198FDA-8F05-7F4A-B3BD-9719BB4EFB5A}" dt="2022-12-01T20:21:28.693" v="2077"/>
        <pc:sldMkLst>
          <pc:docMk/>
          <pc:sldMk cId="1618797682" sldId="267"/>
        </pc:sldMkLst>
        <pc:spChg chg="mod">
          <ac:chgData name="Francesco Riccardi" userId="6c83885c-cd25-44a2-9b68-5a6ed639437c" providerId="ADAL" clId="{6B198FDA-8F05-7F4A-B3BD-9719BB4EFB5A}" dt="2022-12-01T20:03:15.384" v="1815" actId="207"/>
          <ac:spMkLst>
            <pc:docMk/>
            <pc:sldMk cId="1618797682" sldId="267"/>
            <ac:spMk id="2" creationId="{67B80775-1CB6-B9B2-5232-7AC722C83219}"/>
          </ac:spMkLst>
        </pc:spChg>
        <pc:spChg chg="mod">
          <ac:chgData name="Francesco Riccardi" userId="6c83885c-cd25-44a2-9b68-5a6ed639437c" providerId="ADAL" clId="{6B198FDA-8F05-7F4A-B3BD-9719BB4EFB5A}" dt="2022-12-01T20:03:17.590" v="1816" actId="207"/>
          <ac:spMkLst>
            <pc:docMk/>
            <pc:sldMk cId="1618797682" sldId="267"/>
            <ac:spMk id="3" creationId="{21631D70-B02E-3C1E-8B8C-B09FFCA72FFC}"/>
          </ac:spMkLst>
        </pc:spChg>
      </pc:sldChg>
      <pc:sldChg chg="delSp modSp add mod modTransition">
        <pc:chgData name="Francesco Riccardi" userId="6c83885c-cd25-44a2-9b68-5a6ed639437c" providerId="ADAL" clId="{6B198FDA-8F05-7F4A-B3BD-9719BB4EFB5A}" dt="2022-12-01T20:21:28.693" v="2077"/>
        <pc:sldMkLst>
          <pc:docMk/>
          <pc:sldMk cId="770520173" sldId="268"/>
        </pc:sldMkLst>
        <pc:spChg chg="mod">
          <ac:chgData name="Francesco Riccardi" userId="6c83885c-cd25-44a2-9b68-5a6ed639437c" providerId="ADAL" clId="{6B198FDA-8F05-7F4A-B3BD-9719BB4EFB5A}" dt="2022-12-01T19:52:21.949" v="1559" actId="27636"/>
          <ac:spMkLst>
            <pc:docMk/>
            <pc:sldMk cId="770520173" sldId="268"/>
            <ac:spMk id="3" creationId="{101064D0-B8B8-4055-6947-2A6F2A6739A8}"/>
          </ac:spMkLst>
        </pc:spChg>
        <pc:picChg chg="del">
          <ac:chgData name="Francesco Riccardi" userId="6c83885c-cd25-44a2-9b68-5a6ed639437c" providerId="ADAL" clId="{6B198FDA-8F05-7F4A-B3BD-9719BB4EFB5A}" dt="2022-11-26T19:32:58.779" v="1350" actId="478"/>
          <ac:picMkLst>
            <pc:docMk/>
            <pc:sldMk cId="770520173" sldId="268"/>
            <ac:picMk id="5" creationId="{90C1C488-5AE1-3788-E6EC-EC224F4F737B}"/>
          </ac:picMkLst>
        </pc:picChg>
      </pc:sldChg>
      <pc:sldChg chg="addSp delSp modSp new mod modTransition">
        <pc:chgData name="Francesco Riccardi" userId="6c83885c-cd25-44a2-9b68-5a6ed639437c" providerId="ADAL" clId="{6B198FDA-8F05-7F4A-B3BD-9719BB4EFB5A}" dt="2022-12-01T20:21:28.693" v="2077"/>
        <pc:sldMkLst>
          <pc:docMk/>
          <pc:sldMk cId="697464104" sldId="269"/>
        </pc:sldMkLst>
        <pc:spChg chg="del">
          <ac:chgData name="Francesco Riccardi" userId="6c83885c-cd25-44a2-9b68-5a6ed639437c" providerId="ADAL" clId="{6B198FDA-8F05-7F4A-B3BD-9719BB4EFB5A}" dt="2022-11-26T19:34:56.677" v="1452" actId="478"/>
          <ac:spMkLst>
            <pc:docMk/>
            <pc:sldMk cId="697464104" sldId="269"/>
            <ac:spMk id="2" creationId="{0B4D7100-C25E-C63D-7F06-48D23BD06A2A}"/>
          </ac:spMkLst>
        </pc:spChg>
        <pc:spChg chg="del">
          <ac:chgData name="Francesco Riccardi" userId="6c83885c-cd25-44a2-9b68-5a6ed639437c" providerId="ADAL" clId="{6B198FDA-8F05-7F4A-B3BD-9719BB4EFB5A}" dt="2022-11-26T19:34:54.263" v="1451" actId="478"/>
          <ac:spMkLst>
            <pc:docMk/>
            <pc:sldMk cId="697464104" sldId="269"/>
            <ac:spMk id="3" creationId="{2260ED0A-9A88-2690-6698-4970F2328368}"/>
          </ac:spMkLst>
        </pc:spChg>
        <pc:picChg chg="add mod">
          <ac:chgData name="Francesco Riccardi" userId="6c83885c-cd25-44a2-9b68-5a6ed639437c" providerId="ADAL" clId="{6B198FDA-8F05-7F4A-B3BD-9719BB4EFB5A}" dt="2022-11-26T19:36:31.481" v="1466" actId="14861"/>
          <ac:picMkLst>
            <pc:docMk/>
            <pc:sldMk cId="697464104" sldId="269"/>
            <ac:picMk id="5" creationId="{262CA0DC-C586-2C3F-5A2B-41CFB01DC5F2}"/>
          </ac:picMkLst>
        </pc:picChg>
        <pc:picChg chg="add mod">
          <ac:chgData name="Francesco Riccardi" userId="6c83885c-cd25-44a2-9b68-5a6ed639437c" providerId="ADAL" clId="{6B198FDA-8F05-7F4A-B3BD-9719BB4EFB5A}" dt="2022-11-26T19:37:15.344" v="1476"/>
          <ac:picMkLst>
            <pc:docMk/>
            <pc:sldMk cId="697464104" sldId="269"/>
            <ac:picMk id="7" creationId="{AF206FB7-CF2D-F8FF-52CC-8B005FB1A409}"/>
          </ac:picMkLst>
        </pc:picChg>
      </pc:sldChg>
      <pc:sldChg chg="addSp modSp new del mod">
        <pc:chgData name="Francesco Riccardi" userId="6c83885c-cd25-44a2-9b68-5a6ed639437c" providerId="ADAL" clId="{6B198FDA-8F05-7F4A-B3BD-9719BB4EFB5A}" dt="2022-12-01T20:00:26.096" v="1741" actId="2696"/>
        <pc:sldMkLst>
          <pc:docMk/>
          <pc:sldMk cId="2634566954" sldId="270"/>
        </pc:sldMkLst>
        <pc:spChg chg="mod">
          <ac:chgData name="Francesco Riccardi" userId="6c83885c-cd25-44a2-9b68-5a6ed639437c" providerId="ADAL" clId="{6B198FDA-8F05-7F4A-B3BD-9719BB4EFB5A}" dt="2022-12-01T19:57:32.965" v="1688" actId="14100"/>
          <ac:spMkLst>
            <pc:docMk/>
            <pc:sldMk cId="2634566954" sldId="270"/>
            <ac:spMk id="2" creationId="{A5FB6C28-0291-4001-4AA3-068ED18995A7}"/>
          </ac:spMkLst>
        </pc:spChg>
        <pc:spChg chg="mod">
          <ac:chgData name="Francesco Riccardi" userId="6c83885c-cd25-44a2-9b68-5a6ed639437c" providerId="ADAL" clId="{6B198FDA-8F05-7F4A-B3BD-9719BB4EFB5A}" dt="2022-12-01T19:56:08.689" v="1634" actId="1076"/>
          <ac:spMkLst>
            <pc:docMk/>
            <pc:sldMk cId="2634566954" sldId="270"/>
            <ac:spMk id="3" creationId="{72F90C8A-BE20-3B2B-E8A5-7313BF9B3882}"/>
          </ac:spMkLst>
        </pc:spChg>
        <pc:spChg chg="add mod">
          <ac:chgData name="Francesco Riccardi" userId="6c83885c-cd25-44a2-9b68-5a6ed639437c" providerId="ADAL" clId="{6B198FDA-8F05-7F4A-B3BD-9719BB4EFB5A}" dt="2022-12-01T19:55:52.453" v="1631" actId="207"/>
          <ac:spMkLst>
            <pc:docMk/>
            <pc:sldMk cId="2634566954" sldId="270"/>
            <ac:spMk id="5" creationId="{6E3F13EC-4B03-9A86-D3ED-1952DD936567}"/>
          </ac:spMkLst>
        </pc:spChg>
      </pc:sldChg>
      <pc:sldChg chg="add modTransition">
        <pc:chgData name="Francesco Riccardi" userId="6c83885c-cd25-44a2-9b68-5a6ed639437c" providerId="ADAL" clId="{6B198FDA-8F05-7F4A-B3BD-9719BB4EFB5A}" dt="2022-12-01T20:21:28.693" v="2077"/>
        <pc:sldMkLst>
          <pc:docMk/>
          <pc:sldMk cId="3283575464" sldId="270"/>
        </pc:sldMkLst>
      </pc:sldChg>
      <pc:sldChg chg="addSp delSp modSp add mod modTransition">
        <pc:chgData name="Francesco Riccardi" userId="6c83885c-cd25-44a2-9b68-5a6ed639437c" providerId="ADAL" clId="{6B198FDA-8F05-7F4A-B3BD-9719BB4EFB5A}" dt="2022-12-01T20:21:28.693" v="2077"/>
        <pc:sldMkLst>
          <pc:docMk/>
          <pc:sldMk cId="2007571674" sldId="271"/>
        </pc:sldMkLst>
        <pc:spChg chg="mod">
          <ac:chgData name="Francesco Riccardi" userId="6c83885c-cd25-44a2-9b68-5a6ed639437c" providerId="ADAL" clId="{6B198FDA-8F05-7F4A-B3BD-9719BB4EFB5A}" dt="2022-12-01T20:11:19.098" v="1963" actId="20577"/>
          <ac:spMkLst>
            <pc:docMk/>
            <pc:sldMk cId="2007571674" sldId="271"/>
            <ac:spMk id="2" creationId="{67B80775-1CB6-B9B2-5232-7AC722C83219}"/>
          </ac:spMkLst>
        </pc:spChg>
        <pc:spChg chg="mod">
          <ac:chgData name="Francesco Riccardi" userId="6c83885c-cd25-44a2-9b68-5a6ed639437c" providerId="ADAL" clId="{6B198FDA-8F05-7F4A-B3BD-9719BB4EFB5A}" dt="2022-12-01T20:16:16.613" v="2041" actId="20577"/>
          <ac:spMkLst>
            <pc:docMk/>
            <pc:sldMk cId="2007571674" sldId="271"/>
            <ac:spMk id="3" creationId="{21631D70-B02E-3C1E-8B8C-B09FFCA72FFC}"/>
          </ac:spMkLst>
        </pc:spChg>
        <pc:spChg chg="mod">
          <ac:chgData name="Francesco Riccardi" userId="6c83885c-cd25-44a2-9b68-5a6ed639437c" providerId="ADAL" clId="{6B198FDA-8F05-7F4A-B3BD-9719BB4EFB5A}" dt="2022-12-01T20:17:38.669" v="2060" actId="1076"/>
          <ac:spMkLst>
            <pc:docMk/>
            <pc:sldMk cId="2007571674" sldId="271"/>
            <ac:spMk id="4" creationId="{30B65784-ED38-1D00-21A1-13AD4D903F5A}"/>
          </ac:spMkLst>
        </pc:spChg>
        <pc:spChg chg="add mod">
          <ac:chgData name="Francesco Riccardi" userId="6c83885c-cd25-44a2-9b68-5a6ed639437c" providerId="ADAL" clId="{6B198FDA-8F05-7F4A-B3BD-9719BB4EFB5A}" dt="2022-12-01T20:17:57.962" v="2076" actId="1076"/>
          <ac:spMkLst>
            <pc:docMk/>
            <pc:sldMk cId="2007571674" sldId="271"/>
            <ac:spMk id="7" creationId="{60F0E9E1-7BF8-BC72-8CC7-4738F12A2627}"/>
          </ac:spMkLst>
        </pc:spChg>
        <pc:picChg chg="del">
          <ac:chgData name="Francesco Riccardi" userId="6c83885c-cd25-44a2-9b68-5a6ed639437c" providerId="ADAL" clId="{6B198FDA-8F05-7F4A-B3BD-9719BB4EFB5A}" dt="2022-12-01T20:11:39.214" v="1965" actId="478"/>
          <ac:picMkLst>
            <pc:docMk/>
            <pc:sldMk cId="2007571674" sldId="271"/>
            <ac:picMk id="6" creationId="{F64BC5B6-5DED-4366-252C-DA9138299545}"/>
          </ac:picMkLst>
        </pc:picChg>
      </pc:sldChg>
      <pc:sldChg chg="modSp add mod modTransition">
        <pc:chgData name="Francesco Riccardi" userId="6c83885c-cd25-44a2-9b68-5a6ed639437c" providerId="ADAL" clId="{6B198FDA-8F05-7F4A-B3BD-9719BB4EFB5A}" dt="2022-12-01T20:21:28.693" v="2077"/>
        <pc:sldMkLst>
          <pc:docMk/>
          <pc:sldMk cId="2026674314" sldId="272"/>
        </pc:sldMkLst>
        <pc:spChg chg="mod">
          <ac:chgData name="Francesco Riccardi" userId="6c83885c-cd25-44a2-9b68-5a6ed639437c" providerId="ADAL" clId="{6B198FDA-8F05-7F4A-B3BD-9719BB4EFB5A}" dt="2022-12-01T20:08:59.566" v="1950" actId="20577"/>
          <ac:spMkLst>
            <pc:docMk/>
            <pc:sldMk cId="2026674314" sldId="272"/>
            <ac:spMk id="2" creationId="{A5FB6C28-0291-4001-4AA3-068ED18995A7}"/>
          </ac:spMkLst>
        </pc:spChg>
        <pc:spChg chg="mod">
          <ac:chgData name="Francesco Riccardi" userId="6c83885c-cd25-44a2-9b68-5a6ed639437c" providerId="ADAL" clId="{6B198FDA-8F05-7F4A-B3BD-9719BB4EFB5A}" dt="2022-12-01T20:09:23.123" v="1956" actId="1076"/>
          <ac:spMkLst>
            <pc:docMk/>
            <pc:sldMk cId="2026674314" sldId="272"/>
            <ac:spMk id="3" creationId="{72F90C8A-BE20-3B2B-E8A5-7313BF9B3882}"/>
          </ac:spMkLst>
        </pc:spChg>
        <pc:spChg chg="mod">
          <ac:chgData name="Francesco Riccardi" userId="6c83885c-cd25-44a2-9b68-5a6ed639437c" providerId="ADAL" clId="{6B198FDA-8F05-7F4A-B3BD-9719BB4EFB5A}" dt="2022-12-01T20:09:43.665" v="1957" actId="1076"/>
          <ac:spMkLst>
            <pc:docMk/>
            <pc:sldMk cId="2026674314" sldId="272"/>
            <ac:spMk id="5" creationId="{6E3F13EC-4B03-9A86-D3ED-1952DD936567}"/>
          </ac:spMkLst>
        </pc:spChg>
      </pc:sldChg>
      <pc:sldMasterChg chg="modTransition modSldLayout">
        <pc:chgData name="Francesco Riccardi" userId="6c83885c-cd25-44a2-9b68-5a6ed639437c" providerId="ADAL" clId="{6B198FDA-8F05-7F4A-B3BD-9719BB4EFB5A}" dt="2022-11-26T19:38:42.964" v="1494"/>
        <pc:sldMasterMkLst>
          <pc:docMk/>
          <pc:sldMasterMk cId="3575717971" sldId="2147483684"/>
        </pc:sldMasterMkLst>
        <pc:sldLayoutChg chg="modTransition">
          <pc:chgData name="Francesco Riccardi" userId="6c83885c-cd25-44a2-9b68-5a6ed639437c" providerId="ADAL" clId="{6B198FDA-8F05-7F4A-B3BD-9719BB4EFB5A}" dt="2022-11-26T19:38:42.964" v="1494"/>
          <pc:sldLayoutMkLst>
            <pc:docMk/>
            <pc:sldMasterMk cId="3575717971" sldId="2147483684"/>
            <pc:sldLayoutMk cId="567756291" sldId="2147483685"/>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323556061" sldId="2147483686"/>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2533014854" sldId="2147483687"/>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3898362910" sldId="2147483688"/>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4216283325" sldId="2147483689"/>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4165536845" sldId="2147483690"/>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146321746" sldId="2147483691"/>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262111956" sldId="2147483692"/>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1521180815" sldId="2147483693"/>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2347099800" sldId="2147483694"/>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1854637250" sldId="2147483695"/>
          </pc:sldLayoutMkLst>
        </pc:sldLayoutChg>
      </pc:sldMasterChg>
    </pc:docChg>
  </pc:docChgLst>
  <pc:docChgLst>
    <pc:chgData clId="Web-{605A890F-118E-8D66-729E-36927C71C6EF}"/>
    <pc:docChg chg="modSld">
      <pc:chgData name="" userId="" providerId="" clId="Web-{605A890F-118E-8D66-729E-36927C71C6EF}" dt="2022-11-24T21:35:48.322" v="23" actId="20577"/>
      <pc:docMkLst>
        <pc:docMk/>
      </pc:docMkLst>
      <pc:sldChg chg="modSp">
        <pc:chgData name="" userId="" providerId="" clId="Web-{605A890F-118E-8D66-729E-36927C71C6EF}" dt="2022-11-24T21:35:48.322" v="23" actId="20577"/>
        <pc:sldMkLst>
          <pc:docMk/>
          <pc:sldMk cId="1739851156" sldId="256"/>
        </pc:sldMkLst>
        <pc:spChg chg="mod">
          <ac:chgData name="" userId="" providerId="" clId="Web-{605A890F-118E-8D66-729E-36927C71C6EF}" dt="2022-11-24T21:35:48.322" v="23" actId="20577"/>
          <ac:spMkLst>
            <pc:docMk/>
            <pc:sldMk cId="1739851156" sldId="256"/>
            <ac:spMk id="3" creationId="{853F99FF-13D1-3667-9BA5-74E7A1063B19}"/>
          </ac:spMkLst>
        </pc:spChg>
      </pc:sldChg>
    </pc:docChg>
  </pc:docChgLst>
  <pc:docChgLst>
    <pc:chgData name="Francesco Riccardi" userId="S::10651584@polimi.it::6c83885c-cd25-44a2-9b68-5a6ed639437c" providerId="AD" clId="Web-{9A8D2D20-2202-916E-09A7-FFB4DFCBA11F}"/>
    <pc:docChg chg="modSld">
      <pc:chgData name="Francesco Riccardi" userId="S::10651584@polimi.it::6c83885c-cd25-44a2-9b68-5a6ed639437c" providerId="AD" clId="Web-{9A8D2D20-2202-916E-09A7-FFB4DFCBA11F}" dt="2022-12-03T00:07:50.572" v="39" actId="20577"/>
      <pc:docMkLst>
        <pc:docMk/>
      </pc:docMkLst>
      <pc:sldChg chg="modSp">
        <pc:chgData name="Francesco Riccardi" userId="S::10651584@polimi.it::6c83885c-cd25-44a2-9b68-5a6ed639437c" providerId="AD" clId="Web-{9A8D2D20-2202-916E-09A7-FFB4DFCBA11F}" dt="2022-12-03T00:07:50.572" v="39" actId="20577"/>
        <pc:sldMkLst>
          <pc:docMk/>
          <pc:sldMk cId="1739851156" sldId="256"/>
        </pc:sldMkLst>
        <pc:spChg chg="mod">
          <ac:chgData name="Francesco Riccardi" userId="S::10651584@polimi.it::6c83885c-cd25-44a2-9b68-5a6ed639437c" providerId="AD" clId="Web-{9A8D2D20-2202-916E-09A7-FFB4DFCBA11F}" dt="2022-12-03T00:07:50.572" v="39" actId="20577"/>
          <ac:spMkLst>
            <pc:docMk/>
            <pc:sldMk cId="1739851156" sldId="256"/>
            <ac:spMk id="3" creationId="{853F99FF-13D1-3667-9BA5-74E7A1063B19}"/>
          </ac:spMkLst>
        </pc:spChg>
      </pc:sldChg>
      <pc:sldChg chg="modSp">
        <pc:chgData name="Francesco Riccardi" userId="S::10651584@polimi.it::6c83885c-cd25-44a2-9b68-5a6ed639437c" providerId="AD" clId="Web-{9A8D2D20-2202-916E-09A7-FFB4DFCBA11F}" dt="2022-12-03T00:06:18.819" v="2" actId="20577"/>
        <pc:sldMkLst>
          <pc:docMk/>
          <pc:sldMk cId="2442836954" sldId="264"/>
        </pc:sldMkLst>
        <pc:spChg chg="mod">
          <ac:chgData name="Francesco Riccardi" userId="S::10651584@polimi.it::6c83885c-cd25-44a2-9b68-5a6ed639437c" providerId="AD" clId="Web-{9A8D2D20-2202-916E-09A7-FFB4DFCBA11F}" dt="2022-12-03T00:06:18.819" v="2" actId="20577"/>
          <ac:spMkLst>
            <pc:docMk/>
            <pc:sldMk cId="2442836954" sldId="264"/>
            <ac:spMk id="3" creationId="{101064D0-B8B8-4055-6947-2A6F2A6739A8}"/>
          </ac:spMkLst>
        </pc:spChg>
      </pc:sldChg>
    </pc:docChg>
  </pc:docChgLst>
  <pc:docChgLst>
    <pc:chgData name="Francesco Riccardi" userId="S::10651584@polimi.it::6c83885c-cd25-44a2-9b68-5a6ed639437c" providerId="AD" clId="Web-{610A9A35-9DD6-469B-37A3-3A83E9EBEEEC}"/>
    <pc:docChg chg="modSld">
      <pc:chgData name="Francesco Riccardi" userId="S::10651584@polimi.it::6c83885c-cd25-44a2-9b68-5a6ed639437c" providerId="AD" clId="Web-{610A9A35-9DD6-469B-37A3-3A83E9EBEEEC}" dt="2022-12-03T19:17:42.075" v="65" actId="20577"/>
      <pc:docMkLst>
        <pc:docMk/>
      </pc:docMkLst>
      <pc:sldChg chg="modSp">
        <pc:chgData name="Francesco Riccardi" userId="S::10651584@polimi.it::6c83885c-cd25-44a2-9b68-5a6ed639437c" providerId="AD" clId="Web-{610A9A35-9DD6-469B-37A3-3A83E9EBEEEC}" dt="2022-12-03T19:17:42.075" v="65" actId="20577"/>
        <pc:sldMkLst>
          <pc:docMk/>
          <pc:sldMk cId="1739851156" sldId="256"/>
        </pc:sldMkLst>
        <pc:spChg chg="mod">
          <ac:chgData name="Francesco Riccardi" userId="S::10651584@polimi.it::6c83885c-cd25-44a2-9b68-5a6ed639437c" providerId="AD" clId="Web-{610A9A35-9DD6-469B-37A3-3A83E9EBEEEC}" dt="2022-12-03T19:17:42.075" v="65" actId="20577"/>
          <ac:spMkLst>
            <pc:docMk/>
            <pc:sldMk cId="1739851156" sldId="256"/>
            <ac:spMk id="3" creationId="{853F99FF-13D1-3667-9BA5-74E7A1063B19}"/>
          </ac:spMkLst>
        </pc:spChg>
        <pc:spChg chg="mod">
          <ac:chgData name="Francesco Riccardi" userId="S::10651584@polimi.it::6c83885c-cd25-44a2-9b68-5a6ed639437c" providerId="AD" clId="Web-{610A9A35-9DD6-469B-37A3-3A83E9EBEEEC}" dt="2022-12-03T19:16:58.621" v="19" actId="1076"/>
          <ac:spMkLst>
            <pc:docMk/>
            <pc:sldMk cId="1739851156" sldId="256"/>
            <ac:spMk id="5" creationId="{2B4857E0-45B5-7215-40F3-088E2058ED04}"/>
          </ac:spMkLst>
        </pc:spChg>
        <pc:spChg chg="mod">
          <ac:chgData name="Francesco Riccardi" userId="S::10651584@polimi.it::6c83885c-cd25-44a2-9b68-5a6ed639437c" providerId="AD" clId="Web-{610A9A35-9DD6-469B-37A3-3A83E9EBEEEC}" dt="2022-12-03T19:17:28.950" v="62" actId="1076"/>
          <ac:spMkLst>
            <pc:docMk/>
            <pc:sldMk cId="1739851156" sldId="256"/>
            <ac:spMk id="9" creationId="{BB42A9AD-33ED-2FCD-C936-79A867C92F6A}"/>
          </ac:spMkLst>
        </pc:spChg>
      </pc:sldChg>
    </pc:docChg>
  </pc:docChgLst>
  <pc:docChgLst>
    <pc:chgData name="Francesco Riccardi" userId="S::10651584@polimi.it::6c83885c-cd25-44a2-9b68-5a6ed639437c" providerId="AD" clId="Web-{C8AD9FEC-D413-F76D-F64D-374BE8EB4656}"/>
    <pc:docChg chg="modSld">
      <pc:chgData name="Francesco Riccardi" userId="S::10651584@polimi.it::6c83885c-cd25-44a2-9b68-5a6ed639437c" providerId="AD" clId="Web-{C8AD9FEC-D413-F76D-F64D-374BE8EB4656}" dt="2022-11-25T19:10:11.987" v="4" actId="20577"/>
      <pc:docMkLst>
        <pc:docMk/>
      </pc:docMkLst>
      <pc:sldChg chg="modSp">
        <pc:chgData name="Francesco Riccardi" userId="S::10651584@polimi.it::6c83885c-cd25-44a2-9b68-5a6ed639437c" providerId="AD" clId="Web-{C8AD9FEC-D413-F76D-F64D-374BE8EB4656}" dt="2022-11-25T19:10:11.987" v="4" actId="20577"/>
        <pc:sldMkLst>
          <pc:docMk/>
          <pc:sldMk cId="2616121869" sldId="261"/>
        </pc:sldMkLst>
        <pc:spChg chg="mod">
          <ac:chgData name="Francesco Riccardi" userId="S::10651584@polimi.it::6c83885c-cd25-44a2-9b68-5a6ed639437c" providerId="AD" clId="Web-{C8AD9FEC-D413-F76D-F64D-374BE8EB4656}" dt="2022-11-25T19:10:11.987" v="4" actId="20577"/>
          <ac:spMkLst>
            <pc:docMk/>
            <pc:sldMk cId="2616121869" sldId="261"/>
            <ac:spMk id="7" creationId="{D7A7BB32-EAD2-C47A-31A5-C152CB6BA1DF}"/>
          </ac:spMkLst>
        </pc:spChg>
      </pc:sldChg>
    </pc:docChg>
  </pc:docChgLst>
  <pc:docChgLst>
    <pc:chgData name="Francesco Riccardi" userId="S::10651584@polimi.it::6c83885c-cd25-44a2-9b68-5a6ed639437c" providerId="AD" clId="Web-{0D6CDB5A-36A5-4CAB-AA02-45496628D832}"/>
    <pc:docChg chg="modSld">
      <pc:chgData name="Francesco Riccardi" userId="S::10651584@polimi.it::6c83885c-cd25-44a2-9b68-5a6ed639437c" providerId="AD" clId="Web-{0D6CDB5A-36A5-4CAB-AA02-45496628D832}" dt="2022-11-29T14:57:31.367" v="18" actId="20577"/>
      <pc:docMkLst>
        <pc:docMk/>
      </pc:docMkLst>
      <pc:sldChg chg="modSp">
        <pc:chgData name="Francesco Riccardi" userId="S::10651584@polimi.it::6c83885c-cd25-44a2-9b68-5a6ed639437c" providerId="AD" clId="Web-{0D6CDB5A-36A5-4CAB-AA02-45496628D832}" dt="2022-11-29T14:57:31.367" v="18" actId="20577"/>
        <pc:sldMkLst>
          <pc:docMk/>
          <pc:sldMk cId="2201632266" sldId="260"/>
        </pc:sldMkLst>
        <pc:spChg chg="mod">
          <ac:chgData name="Francesco Riccardi" userId="S::10651584@polimi.it::6c83885c-cd25-44a2-9b68-5a6ed639437c" providerId="AD" clId="Web-{0D6CDB5A-36A5-4CAB-AA02-45496628D832}" dt="2022-11-29T14:57:31.367" v="18" actId="20577"/>
          <ac:spMkLst>
            <pc:docMk/>
            <pc:sldMk cId="2201632266" sldId="260"/>
            <ac:spMk id="2" creationId="{D81A5BD0-D3C4-8359-3413-C6FB5B5898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AB732-9DE6-2E4C-8B49-BF5F82478A63}" type="datetimeFigureOut">
              <a:rPr lang="en-IT" smtClean="0"/>
              <a:t>12/03/2022</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344E58-F240-784F-9798-091271167C92}" type="slidenum">
              <a:rPr lang="en-IT" smtClean="0"/>
              <a:t>‹N›</a:t>
            </a:fld>
            <a:endParaRPr lang="en-IT"/>
          </a:p>
        </p:txBody>
      </p:sp>
    </p:spTree>
    <p:extLst>
      <p:ext uri="{BB962C8B-B14F-4D97-AF65-F5344CB8AC3E}">
        <p14:creationId xmlns:p14="http://schemas.microsoft.com/office/powerpoint/2010/main" val="286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60344E58-F240-784F-9798-091271167C92}" type="slidenum">
              <a:rPr lang="en-IT" smtClean="0"/>
              <a:t>11</a:t>
            </a:fld>
            <a:endParaRPr lang="en-IT"/>
          </a:p>
        </p:txBody>
      </p:sp>
    </p:spTree>
    <p:extLst>
      <p:ext uri="{BB962C8B-B14F-4D97-AF65-F5344CB8AC3E}">
        <p14:creationId xmlns:p14="http://schemas.microsoft.com/office/powerpoint/2010/main" val="2685136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9348759C-0D7B-6140-9821-9B60A244C910}" type="slidenum">
              <a:rPr lang="en-US" smtClean="0"/>
              <a:t>‹N›</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567756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355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AF5F0DC-CC35-F44C-88E7-57B10D8AE085}"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2533014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7AF5F0DC-CC35-F44C-88E7-57B10D8AE085}"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8759C-0D7B-6140-9821-9B60A244C910}" type="slidenum">
              <a:rPr lang="en-US" smtClean="0"/>
              <a:t>‹N›</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98362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7AF5F0DC-CC35-F44C-88E7-57B10D8AE085}" type="datetimeFigureOut">
              <a:rPr lang="en-US" smtClean="0"/>
              <a:t>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4216283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AF5F0DC-CC35-F44C-88E7-57B10D8AE085}" type="datetimeFigureOut">
              <a:rPr lang="en-US" smtClean="0"/>
              <a:t>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48759C-0D7B-6140-9821-9B60A244C910}" type="slidenum">
              <a:rPr lang="en-US" smtClean="0"/>
              <a:t>‹N›</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165536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AF5F0DC-CC35-F44C-88E7-57B10D8AE085}" type="datetimeFigureOut">
              <a:rPr lang="en-US" smtClean="0"/>
              <a:t>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146321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AF5F0DC-CC35-F44C-88E7-57B10D8AE085}"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262111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AF5F0DC-CC35-F44C-88E7-57B10D8AE085}"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152118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2347099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1854637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7AF5F0DC-CC35-F44C-88E7-57B10D8AE085}" type="datetimeFigureOut">
              <a:rPr lang="en-US" smtClean="0"/>
              <a:t>12/3/2022</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9348759C-0D7B-6140-9821-9B60A244C910}" type="slidenum">
              <a:rPr lang="en-US" smtClean="0"/>
              <a:t>‹N›</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75717971"/>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overleaf.com/project/63515ce30659266f3659cda8" TargetMode="External"/><Relationship Id="rId2" Type="http://schemas.openxmlformats.org/officeDocument/2006/relationships/hyperlink" Target="https://github.com/alessandroromito/SMBUD-project202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53F99FF-13D1-3667-9BA5-74E7A1063B19}"/>
              </a:ext>
            </a:extLst>
          </p:cNvPr>
          <p:cNvSpPr>
            <a:spLocks noGrp="1"/>
          </p:cNvSpPr>
          <p:nvPr>
            <p:ph type="subTitle" idx="1"/>
          </p:nvPr>
        </p:nvSpPr>
        <p:spPr>
          <a:xfrm>
            <a:off x="181474" y="230"/>
            <a:ext cx="5426872" cy="2282431"/>
          </a:xfrm>
        </p:spPr>
        <p:txBody>
          <a:bodyPr vert="horz" lIns="91440" tIns="45720" rIns="91440" bIns="45720" rtlCol="0" anchor="t">
            <a:normAutofit/>
          </a:bodyPr>
          <a:lstStyle/>
          <a:p>
            <a:r>
              <a:rPr lang="en-US" sz="1400" dirty="0">
                <a:cs typeface="Calibri"/>
              </a:rPr>
              <a:t>Lo </a:t>
            </a:r>
            <a:r>
              <a:rPr lang="en-US" sz="1400" dirty="0" err="1">
                <a:cs typeface="Calibri"/>
              </a:rPr>
              <a:t>sputo</a:t>
            </a:r>
            <a:r>
              <a:rPr lang="en-US" sz="1400" dirty="0">
                <a:cs typeface="Calibri"/>
              </a:rPr>
              <a:t> del </a:t>
            </a:r>
            <a:r>
              <a:rPr lang="en-US" sz="1400" dirty="0" err="1">
                <a:cs typeface="Calibri"/>
              </a:rPr>
              <a:t>secolo</a:t>
            </a:r>
            <a:r>
              <a:rPr lang="en-US" sz="1400" dirty="0">
                <a:cs typeface="Calibri"/>
              </a:rPr>
              <a:t>, </a:t>
            </a:r>
            <a:r>
              <a:rPr lang="en-US" sz="1400" dirty="0" err="1">
                <a:cs typeface="Calibri"/>
              </a:rPr>
              <a:t>siamo</a:t>
            </a:r>
            <a:r>
              <a:rPr lang="en-US" sz="1400" dirty="0">
                <a:cs typeface="Calibri"/>
              </a:rPr>
              <a:t> tutti </a:t>
            </a:r>
            <a:r>
              <a:rPr lang="en-US" sz="1400" dirty="0" err="1">
                <a:cs typeface="Calibri"/>
              </a:rPr>
              <a:t>delle</a:t>
            </a:r>
            <a:r>
              <a:rPr lang="en-US" sz="1400" dirty="0">
                <a:cs typeface="Calibri"/>
              </a:rPr>
              <a:t> </a:t>
            </a:r>
            <a:r>
              <a:rPr lang="en-US" sz="1400" dirty="0" err="1">
                <a:cs typeface="Calibri"/>
              </a:rPr>
              <a:t>merde</a:t>
            </a:r>
            <a:r>
              <a:rPr lang="en-US" sz="1400" dirty="0">
                <a:cs typeface="Calibri"/>
              </a:rPr>
              <a:t> </a:t>
            </a:r>
            <a:r>
              <a:rPr lang="en-US" sz="1400" dirty="0" err="1">
                <a:cs typeface="Calibri"/>
              </a:rPr>
              <a:t>calpestate</a:t>
            </a:r>
            <a:r>
              <a:rPr lang="en-US" sz="1400" dirty="0">
                <a:cs typeface="Calibri"/>
              </a:rPr>
              <a:t> da </a:t>
            </a:r>
            <a:r>
              <a:rPr lang="en-US" sz="1400" dirty="0" err="1">
                <a:cs typeface="Calibri"/>
              </a:rPr>
              <a:t>Tocchetti</a:t>
            </a:r>
            <a:r>
              <a:rPr lang="en-US" dirty="0">
                <a:cs typeface="Calibri"/>
              </a:rPr>
              <a:t>.</a:t>
            </a:r>
          </a:p>
          <a:p>
            <a:r>
              <a:rPr lang="en-US" dirty="0" err="1">
                <a:cs typeface="Calibri"/>
              </a:rPr>
              <a:t>Politecnico</a:t>
            </a:r>
            <a:r>
              <a:rPr lang="en-US" dirty="0">
                <a:cs typeface="Calibri"/>
              </a:rPr>
              <a:t> di </a:t>
            </a:r>
            <a:r>
              <a:rPr lang="en-US" dirty="0" err="1">
                <a:cs typeface="Calibri"/>
              </a:rPr>
              <a:t>MIlano</a:t>
            </a:r>
            <a:r>
              <a:rPr lang="en-US" dirty="0">
                <a:cs typeface="Calibri"/>
              </a:rPr>
              <a:t>, </a:t>
            </a:r>
            <a:r>
              <a:rPr lang="en-US" dirty="0" err="1">
                <a:cs typeface="Calibri"/>
              </a:rPr>
              <a:t>Gli</a:t>
            </a:r>
            <a:r>
              <a:rPr lang="en-US" dirty="0">
                <a:cs typeface="Calibri"/>
              </a:rPr>
              <a:t> </a:t>
            </a:r>
            <a:r>
              <a:rPr lang="en-US" dirty="0" err="1">
                <a:cs typeface="Calibri"/>
              </a:rPr>
              <a:t>sputatori</a:t>
            </a:r>
            <a:r>
              <a:rPr lang="en-US" dirty="0">
                <a:cs typeface="Calibri"/>
              </a:rPr>
              <a:t>:</a:t>
            </a:r>
          </a:p>
          <a:p>
            <a:r>
              <a:rPr lang="en-US" dirty="0">
                <a:cs typeface="Calibri"/>
              </a:rPr>
              <a:t>Dr. Andrea </a:t>
            </a:r>
            <a:r>
              <a:rPr lang="en-US" dirty="0" err="1">
                <a:cs typeface="Calibri"/>
              </a:rPr>
              <a:t>Tocchetti</a:t>
            </a:r>
            <a:r>
              <a:rPr lang="en-US" dirty="0">
                <a:cs typeface="Calibri"/>
              </a:rPr>
              <a:t> ,Prof. Marco Brambilla</a:t>
            </a:r>
          </a:p>
        </p:txBody>
      </p:sp>
      <p:sp>
        <p:nvSpPr>
          <p:cNvPr id="5" name="TextBox 4">
            <a:extLst>
              <a:ext uri="{FF2B5EF4-FFF2-40B4-BE49-F238E27FC236}">
                <a16:creationId xmlns:a16="http://schemas.microsoft.com/office/drawing/2014/main" id="{2B4857E0-45B5-7215-40F3-088E2058ED04}"/>
              </a:ext>
            </a:extLst>
          </p:cNvPr>
          <p:cNvSpPr txBox="1"/>
          <p:nvPr/>
        </p:nvSpPr>
        <p:spPr>
          <a:xfrm>
            <a:off x="938877" y="5228190"/>
            <a:ext cx="6096000" cy="1815882"/>
          </a:xfrm>
          <a:prstGeom prst="rect">
            <a:avLst/>
          </a:prstGeom>
          <a:noFill/>
        </p:spPr>
        <p:txBody>
          <a:bodyPr wrap="square" lIns="91440" tIns="45720" rIns="91440" bIns="45720" anchor="t">
            <a:spAutoFit/>
          </a:bodyPr>
          <a:lstStyle/>
          <a:p>
            <a:r>
              <a:rPr lang="en-GB" sz="1600" b="0" i="0" dirty="0">
                <a:effectLst/>
                <a:latin typeface="Arial"/>
                <a:cs typeface="Arial"/>
              </a:rPr>
              <a:t>Francesco Riccardi (10651584)</a:t>
            </a:r>
            <a:br>
              <a:rPr lang="en-GB" sz="1600" dirty="0"/>
            </a:br>
            <a:r>
              <a:rPr lang="en-GB" sz="1600" b="0" i="0" dirty="0">
                <a:effectLst/>
                <a:latin typeface="Arial"/>
                <a:cs typeface="Arial"/>
              </a:rPr>
              <a:t>Alessandro Romito (10661916)</a:t>
            </a:r>
            <a:br>
              <a:rPr lang="en-GB" sz="1600" dirty="0"/>
            </a:br>
            <a:r>
              <a:rPr lang="en-GB" sz="1600" b="0" i="0" dirty="0">
                <a:effectLst/>
                <a:latin typeface="Arial"/>
                <a:cs typeface="Arial"/>
              </a:rPr>
              <a:t>Marco Luca Previtera (10682248)</a:t>
            </a:r>
            <a:br>
              <a:rPr lang="en-GB" sz="1600" dirty="0"/>
            </a:br>
            <a:r>
              <a:rPr lang="en-GB" sz="1600" b="0" i="0" dirty="0">
                <a:effectLst/>
                <a:latin typeface="Arial"/>
                <a:cs typeface="Arial"/>
              </a:rPr>
              <a:t>Simone Lo Gatto (10736180)</a:t>
            </a:r>
            <a:br>
              <a:rPr lang="en-GB" sz="1600" dirty="0"/>
            </a:br>
            <a:r>
              <a:rPr lang="en-GB" sz="1600" b="0" i="0" dirty="0">
                <a:effectLst/>
                <a:latin typeface="Arial"/>
                <a:cs typeface="Arial"/>
              </a:rPr>
              <a:t>Lorenzo Ferretti(10713719)</a:t>
            </a:r>
          </a:p>
          <a:p>
            <a:r>
              <a:rPr lang="en-GB" sz="1600" dirty="0">
                <a:latin typeface="Arial"/>
                <a:cs typeface="Arial"/>
              </a:rPr>
              <a:t>Group-09</a:t>
            </a:r>
            <a:endParaRPr lang="en-GB" sz="1600">
              <a:latin typeface="Arial"/>
              <a:ea typeface="+mn-lt"/>
              <a:cs typeface="+mn-lt"/>
            </a:endParaRPr>
          </a:p>
          <a:p>
            <a:endParaRPr lang="en-GB" sz="1600" dirty="0">
              <a:latin typeface="Arial" panose="020B0604020202020204" pitchFamily="34" charset="0"/>
              <a:cs typeface="Arial"/>
            </a:endParaRPr>
          </a:p>
        </p:txBody>
      </p:sp>
      <p:sp>
        <p:nvSpPr>
          <p:cNvPr id="4" name="Rectangle 3">
            <a:extLst>
              <a:ext uri="{FF2B5EF4-FFF2-40B4-BE49-F238E27FC236}">
                <a16:creationId xmlns:a16="http://schemas.microsoft.com/office/drawing/2014/main" id="{97F1A706-2FC5-4163-712D-7EDE744E35EE}"/>
              </a:ext>
            </a:extLst>
          </p:cNvPr>
          <p:cNvSpPr/>
          <p:nvPr/>
        </p:nvSpPr>
        <p:spPr>
          <a:xfrm>
            <a:off x="2470281" y="2136338"/>
            <a:ext cx="5100638" cy="2585323"/>
          </a:xfrm>
          <a:prstGeom prst="rect">
            <a:avLst/>
          </a:prstGeom>
          <a:noFill/>
        </p:spPr>
        <p:txBody>
          <a:bodyPr wrap="squar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Calibri Light"/>
              </a:rPr>
              <a:t>SMBUD Project Presentation</a:t>
            </a:r>
            <a:endParaRPr lang="en-IT"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9" name="TextBox 8">
            <a:extLst>
              <a:ext uri="{FF2B5EF4-FFF2-40B4-BE49-F238E27FC236}">
                <a16:creationId xmlns:a16="http://schemas.microsoft.com/office/drawing/2014/main" id="{BB42A9AD-33ED-2FCD-C936-79A867C92F6A}"/>
              </a:ext>
            </a:extLst>
          </p:cNvPr>
          <p:cNvSpPr txBox="1"/>
          <p:nvPr/>
        </p:nvSpPr>
        <p:spPr>
          <a:xfrm>
            <a:off x="6087352" y="5035186"/>
            <a:ext cx="6100762" cy="1754326"/>
          </a:xfrm>
          <a:prstGeom prst="rect">
            <a:avLst/>
          </a:prstGeom>
          <a:noFill/>
        </p:spPr>
        <p:txBody>
          <a:bodyPr wrap="square" lIns="91440" tIns="45720" rIns="91440" bIns="45720" anchor="t">
            <a:spAutoFit/>
          </a:bodyPr>
          <a:lstStyle/>
          <a:p>
            <a:pPr algn="r"/>
            <a:r>
              <a:rPr lang="en-GB" dirty="0">
                <a:solidFill>
                  <a:schemeClr val="bg1"/>
                </a:solidFill>
                <a:latin typeface="Arial" panose="020B0604020202020204" pitchFamily="34" charset="0"/>
              </a:rPr>
              <a:t>AA 2022-2023</a:t>
            </a:r>
            <a:endParaRPr lang="en-IT" dirty="0">
              <a:solidFill>
                <a:schemeClr val="bg1"/>
              </a:solidFill>
              <a:latin typeface="Arial" panose="020B0604020202020204" pitchFamily="34" charset="0"/>
              <a:cs typeface="Arial" panose="020B0604020202020204"/>
            </a:endParaRPr>
          </a:p>
          <a:p>
            <a:pPr algn="r"/>
            <a:r>
              <a:rPr lang="en-GB" dirty="0" err="1">
                <a:solidFill>
                  <a:schemeClr val="bg1"/>
                </a:solidFill>
                <a:cs typeface="Arial"/>
              </a:rPr>
              <a:t>Politecnico</a:t>
            </a:r>
            <a:r>
              <a:rPr lang="en-GB" dirty="0">
                <a:solidFill>
                  <a:schemeClr val="bg1"/>
                </a:solidFill>
                <a:cs typeface="Arial"/>
              </a:rPr>
              <a:t> di Milano</a:t>
            </a:r>
          </a:p>
          <a:p>
            <a:pPr algn="r"/>
            <a:endParaRPr lang="en-GB" dirty="0">
              <a:solidFill>
                <a:schemeClr val="bg1"/>
              </a:solidFill>
              <a:cs typeface="Arial"/>
            </a:endParaRPr>
          </a:p>
          <a:p>
            <a:pPr algn="r"/>
            <a:r>
              <a:rPr lang="en-GB" dirty="0">
                <a:solidFill>
                  <a:schemeClr val="bg1"/>
                </a:solidFill>
                <a:cs typeface="Arial"/>
              </a:rPr>
              <a:t>Professors:</a:t>
            </a:r>
          </a:p>
          <a:p>
            <a:pPr algn="r"/>
            <a:r>
              <a:rPr lang="en-GB" dirty="0">
                <a:solidFill>
                  <a:schemeClr val="bg1"/>
                </a:solidFill>
                <a:cs typeface="Arial"/>
              </a:rPr>
              <a:t>Prof. Marco Brambilla</a:t>
            </a:r>
          </a:p>
          <a:p>
            <a:pPr algn="r"/>
            <a:r>
              <a:rPr lang="en-GB" dirty="0" err="1">
                <a:solidFill>
                  <a:schemeClr val="bg1"/>
                </a:solidFill>
                <a:cs typeface="Arial"/>
              </a:rPr>
              <a:t>Dr.</a:t>
            </a:r>
            <a:r>
              <a:rPr lang="en-GB" dirty="0">
                <a:solidFill>
                  <a:schemeClr val="bg1"/>
                </a:solidFill>
                <a:cs typeface="Arial"/>
              </a:rPr>
              <a:t> Andrea </a:t>
            </a:r>
            <a:r>
              <a:rPr lang="en-GB" dirty="0" err="1">
                <a:solidFill>
                  <a:schemeClr val="bg1"/>
                </a:solidFill>
                <a:cs typeface="Arial"/>
              </a:rPr>
              <a:t>Tocchetti</a:t>
            </a:r>
          </a:p>
        </p:txBody>
      </p:sp>
      <p:pic>
        <p:nvPicPr>
          <p:cNvPr id="2" name="Immagine 5">
            <a:extLst>
              <a:ext uri="{FF2B5EF4-FFF2-40B4-BE49-F238E27FC236}">
                <a16:creationId xmlns:a16="http://schemas.microsoft.com/office/drawing/2014/main" id="{8E3B592B-882C-27FF-8A0A-FBE0BCFB4D02}"/>
              </a:ext>
            </a:extLst>
          </p:cNvPr>
          <p:cNvPicPr>
            <a:picLocks noChangeAspect="1"/>
          </p:cNvPicPr>
          <p:nvPr/>
        </p:nvPicPr>
        <p:blipFill>
          <a:blip r:embed="rId2"/>
          <a:stretch>
            <a:fillRect/>
          </a:stretch>
        </p:blipFill>
        <p:spPr>
          <a:xfrm>
            <a:off x="8935040" y="-249"/>
            <a:ext cx="3245962" cy="2600725"/>
          </a:xfrm>
          <a:prstGeom prst="rect">
            <a:avLst/>
          </a:prstGeom>
        </p:spPr>
      </p:pic>
    </p:spTree>
    <p:extLst>
      <p:ext uri="{BB962C8B-B14F-4D97-AF65-F5344CB8AC3E}">
        <p14:creationId xmlns:p14="http://schemas.microsoft.com/office/powerpoint/2010/main" val="173985115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DC56-DF6B-D06E-00D8-B8EA82AFCB39}"/>
              </a:ext>
            </a:extLst>
          </p:cNvPr>
          <p:cNvSpPr>
            <a:spLocks noGrp="1"/>
          </p:cNvSpPr>
          <p:nvPr>
            <p:ph type="title"/>
          </p:nvPr>
        </p:nvSpPr>
        <p:spPr>
          <a:xfrm>
            <a:off x="3197596" y="333232"/>
            <a:ext cx="7958331" cy="1077229"/>
          </a:xfrm>
        </p:spPr>
        <p:txBody>
          <a:bodyPr/>
          <a:lstStyle/>
          <a:p>
            <a:r>
              <a:rPr lang="en-IT" dirty="0"/>
              <a:t>Introduction to the project</a:t>
            </a:r>
          </a:p>
        </p:txBody>
      </p:sp>
      <p:sp>
        <p:nvSpPr>
          <p:cNvPr id="3" name="Content Placeholder 2">
            <a:extLst>
              <a:ext uri="{FF2B5EF4-FFF2-40B4-BE49-F238E27FC236}">
                <a16:creationId xmlns:a16="http://schemas.microsoft.com/office/drawing/2014/main" id="{A9645E9F-66AC-E983-250F-2C0BB9690A52}"/>
              </a:ext>
            </a:extLst>
          </p:cNvPr>
          <p:cNvSpPr>
            <a:spLocks noGrp="1"/>
          </p:cNvSpPr>
          <p:nvPr>
            <p:ph idx="1"/>
          </p:nvPr>
        </p:nvSpPr>
        <p:spPr>
          <a:xfrm>
            <a:off x="920663" y="1378647"/>
            <a:ext cx="7796540" cy="4925850"/>
          </a:xfrm>
        </p:spPr>
        <p:txBody>
          <a:bodyPr>
            <a:normAutofit fontScale="92500" lnSpcReduction="20000"/>
          </a:bodyPr>
          <a:lstStyle/>
          <a:p>
            <a:r>
              <a:rPr lang="en-IT" dirty="0"/>
              <a:t>The aim of the project is to show that we are able to manage a very large quantitative of data. We had to use three different type of databases as show next.</a:t>
            </a:r>
          </a:p>
          <a:p>
            <a:r>
              <a:rPr lang="en-GB" dirty="0"/>
              <a:t>The chosen Dataset is the DBLP computer science bibliography. It is the on-line reference for bibliographic information on major computer science publications. As January 2019 DBLP contains over 4.4 million publications, published by more than 2.2 million authors. The Dataset is divided in different types of publication (article, book, </a:t>
            </a:r>
            <a:r>
              <a:rPr lang="en-GB" dirty="0" err="1"/>
              <a:t>incollection</a:t>
            </a:r>
            <a:r>
              <a:rPr lang="en-GB" dirty="0"/>
              <a:t>, proceedings, </a:t>
            </a:r>
            <a:r>
              <a:rPr lang="en-GB" dirty="0" err="1"/>
              <a:t>inproceedings</a:t>
            </a:r>
            <a:r>
              <a:rPr lang="en-GB" dirty="0"/>
              <a:t>, www, </a:t>
            </a:r>
            <a:r>
              <a:rPr lang="en-GB" dirty="0" err="1"/>
              <a:t>mastersthesis</a:t>
            </a:r>
            <a:r>
              <a:rPr lang="en-GB" dirty="0"/>
              <a:t>) followed by their features and details. </a:t>
            </a:r>
          </a:p>
          <a:p>
            <a:r>
              <a:rPr lang="en-GB" dirty="0"/>
              <a:t>The Dataset has been subject to a process of elaboration and extraction in order to clear the data and take care of their quality, indeed, limited quality data could "cause a series of consequences for efficiency".</a:t>
            </a:r>
            <a:endParaRPr lang="en-IT" dirty="0"/>
          </a:p>
        </p:txBody>
      </p:sp>
      <p:sp>
        <p:nvSpPr>
          <p:cNvPr id="5" name="TextBox 4">
            <a:extLst>
              <a:ext uri="{FF2B5EF4-FFF2-40B4-BE49-F238E27FC236}">
                <a16:creationId xmlns:a16="http://schemas.microsoft.com/office/drawing/2014/main" id="{FA85A62D-0376-8661-37A6-E06571704D20}"/>
              </a:ext>
            </a:extLst>
          </p:cNvPr>
          <p:cNvSpPr txBox="1"/>
          <p:nvPr/>
        </p:nvSpPr>
        <p:spPr>
          <a:xfrm>
            <a:off x="920663" y="0"/>
            <a:ext cx="6100174" cy="369332"/>
          </a:xfrm>
          <a:prstGeom prst="rect">
            <a:avLst/>
          </a:prstGeom>
          <a:noFill/>
        </p:spPr>
        <p:txBody>
          <a:bodyPr wrap="square">
            <a:spAutoFit/>
          </a:bodyPr>
          <a:lstStyle/>
          <a:p>
            <a:r>
              <a:rPr lang="en-IT"/>
              <a:t>(Frenk è il migliore)</a:t>
            </a:r>
          </a:p>
        </p:txBody>
      </p:sp>
      <p:pic>
        <p:nvPicPr>
          <p:cNvPr id="4" name="Immagine 5" descr="Immagine che contiene testo&#10;&#10;Descrizione generata automaticamente">
            <a:extLst>
              <a:ext uri="{FF2B5EF4-FFF2-40B4-BE49-F238E27FC236}">
                <a16:creationId xmlns:a16="http://schemas.microsoft.com/office/drawing/2014/main" id="{E02AD754-C79A-99CE-3C00-38A8F37E5DF8}"/>
              </a:ext>
            </a:extLst>
          </p:cNvPr>
          <p:cNvPicPr>
            <a:picLocks noChangeAspect="1"/>
          </p:cNvPicPr>
          <p:nvPr/>
        </p:nvPicPr>
        <p:blipFill>
          <a:blip r:embed="rId2"/>
          <a:stretch>
            <a:fillRect/>
          </a:stretch>
        </p:blipFill>
        <p:spPr>
          <a:xfrm>
            <a:off x="8832916" y="5129561"/>
            <a:ext cx="3355942" cy="1725698"/>
          </a:xfrm>
          <a:prstGeom prst="rect">
            <a:avLst/>
          </a:prstGeom>
        </p:spPr>
      </p:pic>
    </p:spTree>
    <p:extLst>
      <p:ext uri="{BB962C8B-B14F-4D97-AF65-F5344CB8AC3E}">
        <p14:creationId xmlns:p14="http://schemas.microsoft.com/office/powerpoint/2010/main" val="199709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3FF04-5BD9-F795-AD88-E24648B2630E}"/>
              </a:ext>
            </a:extLst>
          </p:cNvPr>
          <p:cNvSpPr>
            <a:spLocks noGrp="1"/>
          </p:cNvSpPr>
          <p:nvPr>
            <p:ph idx="1"/>
          </p:nvPr>
        </p:nvSpPr>
        <p:spPr>
          <a:xfrm>
            <a:off x="0" y="-380937"/>
            <a:ext cx="12199702" cy="3997828"/>
          </a:xfrm>
        </p:spPr>
        <p:txBody>
          <a:bodyPr>
            <a:normAutofit/>
          </a:bodyPr>
          <a:lstStyle/>
          <a:p>
            <a:pPr marL="0" indent="0">
              <a:buNone/>
            </a:pPr>
            <a:r>
              <a:rPr lang="en-GB" dirty="0">
                <a:solidFill>
                  <a:schemeClr val="bg1"/>
                </a:solidFill>
              </a:rPr>
              <a:t>The designed ER diagram contains the following entities: Person generic, Researcher, Book, Article, Journal, Proceeding, </a:t>
            </a:r>
            <a:r>
              <a:rPr lang="en-GB" dirty="0" err="1">
                <a:solidFill>
                  <a:schemeClr val="bg1"/>
                </a:solidFill>
              </a:rPr>
              <a:t>Inproceeding</a:t>
            </a:r>
            <a:r>
              <a:rPr lang="en-GB" dirty="0">
                <a:solidFill>
                  <a:schemeClr val="bg1"/>
                </a:solidFill>
              </a:rPr>
              <a:t>, </a:t>
            </a:r>
            <a:r>
              <a:rPr lang="en-GB" dirty="0" err="1">
                <a:solidFill>
                  <a:schemeClr val="bg1"/>
                </a:solidFill>
              </a:rPr>
              <a:t>Incollection</a:t>
            </a:r>
            <a:r>
              <a:rPr lang="en-GB" dirty="0">
                <a:solidFill>
                  <a:schemeClr val="bg1"/>
                </a:solidFill>
              </a:rPr>
              <a:t>, Publisher, Thesis, Online Resource, Association, Serie. Some classes have been introduced due to ER diagram correctness reasons, but they haven’t been taken into account during the design of the databases used in the assignments for ease of management.</a:t>
            </a:r>
            <a:endParaRPr lang="en-IT" dirty="0"/>
          </a:p>
        </p:txBody>
      </p:sp>
      <p:pic>
        <p:nvPicPr>
          <p:cNvPr id="6" name="Picture 5" descr="Diagram&#10;&#10;Description automatically generated">
            <a:extLst>
              <a:ext uri="{FF2B5EF4-FFF2-40B4-BE49-F238E27FC236}">
                <a16:creationId xmlns:a16="http://schemas.microsoft.com/office/drawing/2014/main" id="{4DB75831-66D7-19E2-C474-9AEEB802A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3181" y="2567837"/>
            <a:ext cx="8598820" cy="4290164"/>
          </a:xfrm>
          <a:prstGeom prst="rect">
            <a:avLst/>
          </a:prstGeom>
        </p:spPr>
      </p:pic>
      <p:sp>
        <p:nvSpPr>
          <p:cNvPr id="4" name="TextBox 3">
            <a:extLst>
              <a:ext uri="{FF2B5EF4-FFF2-40B4-BE49-F238E27FC236}">
                <a16:creationId xmlns:a16="http://schemas.microsoft.com/office/drawing/2014/main" id="{C7D2A540-72AF-9E4D-C9F4-0CF3E696FB47}"/>
              </a:ext>
            </a:extLst>
          </p:cNvPr>
          <p:cNvSpPr txBox="1"/>
          <p:nvPr/>
        </p:nvSpPr>
        <p:spPr>
          <a:xfrm>
            <a:off x="12853" y="2682900"/>
            <a:ext cx="3522945" cy="2554545"/>
          </a:xfrm>
          <a:prstGeom prst="rect">
            <a:avLst/>
          </a:prstGeom>
          <a:noFill/>
        </p:spPr>
        <p:txBody>
          <a:bodyPr wrap="square">
            <a:spAutoFit/>
          </a:bodyPr>
          <a:lstStyle/>
          <a:p>
            <a:r>
              <a:rPr lang="en-GB" sz="2000" dirty="0">
                <a:solidFill>
                  <a:schemeClr val="bg1"/>
                </a:solidFill>
              </a:rPr>
              <a:t>Entities are retrieved through a process of data analysis in which the hierarchy has been structured according to the XML file, instead, attributes are selected in a way that only the most relevant ones are kept for the project. </a:t>
            </a:r>
            <a:endParaRPr lang="en-IT" sz="2000" dirty="0">
              <a:solidFill>
                <a:schemeClr val="bg1"/>
              </a:solidFill>
            </a:endParaRPr>
          </a:p>
        </p:txBody>
      </p:sp>
      <p:sp>
        <p:nvSpPr>
          <p:cNvPr id="5" name="Title 1">
            <a:extLst>
              <a:ext uri="{FF2B5EF4-FFF2-40B4-BE49-F238E27FC236}">
                <a16:creationId xmlns:a16="http://schemas.microsoft.com/office/drawing/2014/main" id="{FEA7CB59-397C-8C11-0C27-5262735F798F}"/>
              </a:ext>
            </a:extLst>
          </p:cNvPr>
          <p:cNvSpPr>
            <a:spLocks noGrp="1"/>
          </p:cNvSpPr>
          <p:nvPr>
            <p:ph type="title"/>
          </p:nvPr>
        </p:nvSpPr>
        <p:spPr>
          <a:xfrm>
            <a:off x="3535798" y="214650"/>
            <a:ext cx="7958331" cy="1077229"/>
          </a:xfrm>
        </p:spPr>
        <p:txBody>
          <a:bodyPr/>
          <a:lstStyle/>
          <a:p>
            <a:r>
              <a:rPr lang="en-IT" dirty="0">
                <a:solidFill>
                  <a:schemeClr val="bg1"/>
                </a:solidFill>
              </a:rPr>
              <a:t>ER Diagram</a:t>
            </a:r>
          </a:p>
        </p:txBody>
      </p:sp>
    </p:spTree>
    <p:extLst>
      <p:ext uri="{BB962C8B-B14F-4D97-AF65-F5344CB8AC3E}">
        <p14:creationId xmlns:p14="http://schemas.microsoft.com/office/powerpoint/2010/main" val="308737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E5A7-5673-8DD1-304E-8D1F103431C0}"/>
              </a:ext>
            </a:extLst>
          </p:cNvPr>
          <p:cNvSpPr>
            <a:spLocks noGrp="1"/>
          </p:cNvSpPr>
          <p:nvPr>
            <p:ph type="title"/>
          </p:nvPr>
        </p:nvSpPr>
        <p:spPr/>
        <p:txBody>
          <a:bodyPr/>
          <a:lstStyle/>
          <a:p>
            <a:r>
              <a:rPr lang="en-IT" dirty="0"/>
              <a:t>First part (graph DB): Neo4J</a:t>
            </a:r>
          </a:p>
        </p:txBody>
      </p:sp>
      <p:sp>
        <p:nvSpPr>
          <p:cNvPr id="3" name="Content Placeholder 2">
            <a:extLst>
              <a:ext uri="{FF2B5EF4-FFF2-40B4-BE49-F238E27FC236}">
                <a16:creationId xmlns:a16="http://schemas.microsoft.com/office/drawing/2014/main" id="{33FEC46C-24B7-84FD-CF3E-294C2816ED4A}"/>
              </a:ext>
            </a:extLst>
          </p:cNvPr>
          <p:cNvSpPr>
            <a:spLocks noGrp="1"/>
          </p:cNvSpPr>
          <p:nvPr>
            <p:ph idx="1"/>
          </p:nvPr>
        </p:nvSpPr>
        <p:spPr>
          <a:xfrm>
            <a:off x="866382" y="1192091"/>
            <a:ext cx="7563633" cy="5271339"/>
          </a:xfrm>
        </p:spPr>
        <p:txBody>
          <a:bodyPr>
            <a:normAutofit/>
          </a:bodyPr>
          <a:lstStyle/>
          <a:p>
            <a:r>
              <a:rPr lang="en-GB" dirty="0"/>
              <a:t>The aim of this assignment is to design a query graph data structure in Neo4j for supporting a bibliographic Database. The database must store a large scale Dataset recording publications with their features and their descriptions in order to have an overview of the library. </a:t>
            </a:r>
          </a:p>
          <a:p>
            <a:r>
              <a:rPr lang="en-GB" dirty="0"/>
              <a:t>Neo4j is an open-source, NoSQL, native graph database that provides an ACID-compliant transactional backend for your applications that has been publicly available since 2007.</a:t>
            </a:r>
          </a:p>
          <a:p>
            <a:r>
              <a:rPr lang="en-GB" dirty="0"/>
              <a:t>In the next slide there is a figure that represents the type of database.</a:t>
            </a:r>
          </a:p>
        </p:txBody>
      </p:sp>
      <p:sp>
        <p:nvSpPr>
          <p:cNvPr id="5" name="TextBox 4">
            <a:extLst>
              <a:ext uri="{FF2B5EF4-FFF2-40B4-BE49-F238E27FC236}">
                <a16:creationId xmlns:a16="http://schemas.microsoft.com/office/drawing/2014/main" id="{0DF2D5FF-103F-80F0-A55E-11A60863A5A7}"/>
              </a:ext>
            </a:extLst>
          </p:cNvPr>
          <p:cNvSpPr txBox="1"/>
          <p:nvPr/>
        </p:nvSpPr>
        <p:spPr>
          <a:xfrm>
            <a:off x="895611" y="0"/>
            <a:ext cx="6100174" cy="369332"/>
          </a:xfrm>
          <a:prstGeom prst="rect">
            <a:avLst/>
          </a:prstGeom>
          <a:noFill/>
        </p:spPr>
        <p:txBody>
          <a:bodyPr wrap="square">
            <a:spAutoFit/>
          </a:bodyPr>
          <a:lstStyle/>
          <a:p>
            <a:r>
              <a:rPr lang="en-IT"/>
              <a:t>(che merda)</a:t>
            </a:r>
          </a:p>
        </p:txBody>
      </p:sp>
      <p:cxnSp>
        <p:nvCxnSpPr>
          <p:cNvPr id="6" name="Straight Arrow Connector 5">
            <a:extLst>
              <a:ext uri="{FF2B5EF4-FFF2-40B4-BE49-F238E27FC236}">
                <a16:creationId xmlns:a16="http://schemas.microsoft.com/office/drawing/2014/main" id="{8F1D20BB-22AB-7F36-A669-728888AF28D8}"/>
              </a:ext>
            </a:extLst>
          </p:cNvPr>
          <p:cNvCxnSpPr/>
          <p:nvPr/>
        </p:nvCxnSpPr>
        <p:spPr>
          <a:xfrm>
            <a:off x="8192022" y="5486400"/>
            <a:ext cx="2542783" cy="0"/>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695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064D0-B8B8-4055-6947-2A6F2A6739A8}"/>
              </a:ext>
            </a:extLst>
          </p:cNvPr>
          <p:cNvSpPr>
            <a:spLocks noGrp="1"/>
          </p:cNvSpPr>
          <p:nvPr>
            <p:ph idx="1"/>
          </p:nvPr>
        </p:nvSpPr>
        <p:spPr>
          <a:xfrm>
            <a:off x="0" y="-372533"/>
            <a:ext cx="6955570" cy="7230533"/>
          </a:xfrm>
        </p:spPr>
        <p:txBody>
          <a:bodyPr>
            <a:normAutofit/>
          </a:bodyPr>
          <a:lstStyle/>
          <a:p>
            <a:pPr marL="344170" indent="-344170">
              <a:buClr>
                <a:schemeClr val="bg1"/>
              </a:buClr>
            </a:pPr>
            <a:r>
              <a:rPr lang="en-GB" dirty="0">
                <a:solidFill>
                  <a:schemeClr val="bg1"/>
                </a:solidFill>
              </a:rPr>
              <a:t>Author, Article, Journal, Book, </a:t>
            </a:r>
            <a:r>
              <a:rPr lang="en-GB" dirty="0" err="1">
                <a:solidFill>
                  <a:schemeClr val="bg1"/>
                </a:solidFill>
              </a:rPr>
              <a:t>Incollection</a:t>
            </a:r>
            <a:r>
              <a:rPr lang="en-GB" dirty="0">
                <a:solidFill>
                  <a:schemeClr val="bg1"/>
                </a:solidFill>
              </a:rPr>
              <a:t>, Proceedings, </a:t>
            </a:r>
            <a:r>
              <a:rPr lang="en-GB" dirty="0" err="1">
                <a:solidFill>
                  <a:schemeClr val="bg1"/>
                </a:solidFill>
              </a:rPr>
              <a:t>Inproceedings</a:t>
            </a:r>
            <a:r>
              <a:rPr lang="en-GB" dirty="0">
                <a:solidFill>
                  <a:schemeClr val="bg1"/>
                </a:solidFill>
              </a:rPr>
              <a:t>, Www, </a:t>
            </a:r>
            <a:r>
              <a:rPr lang="en-GB" dirty="0" err="1">
                <a:solidFill>
                  <a:schemeClr val="bg1"/>
                </a:solidFill>
              </a:rPr>
              <a:t>Mastersthesis</a:t>
            </a:r>
            <a:r>
              <a:rPr lang="en-GB" dirty="0">
                <a:solidFill>
                  <a:schemeClr val="bg1"/>
                </a:solidFill>
              </a:rPr>
              <a:t>, Publication, University and Serie are Node labels and their attributes are shown in the graph diagram near. The relationships of the database are WRITTEN_BY, CONTAIN, PUBLICATED_BY, COAUTHOR, AT, CITE, INCLUDE. We omitted some links using the publication note make graph diagram more readable and </a:t>
            </a:r>
            <a:r>
              <a:rPr lang="en-GB" dirty="0" err="1">
                <a:solidFill>
                  <a:schemeClr val="bg1"/>
                </a:solidFill>
              </a:rPr>
              <a:t>understandable.The</a:t>
            </a:r>
            <a:r>
              <a:rPr lang="en-GB" dirty="0">
                <a:solidFill>
                  <a:schemeClr val="bg1"/>
                </a:solidFill>
              </a:rPr>
              <a:t> nodes Article, Book, </a:t>
            </a:r>
            <a:r>
              <a:rPr lang="en-GB" dirty="0" err="1">
                <a:solidFill>
                  <a:schemeClr val="bg1"/>
                </a:solidFill>
              </a:rPr>
              <a:t>Incollection</a:t>
            </a:r>
            <a:r>
              <a:rPr lang="en-GB" dirty="0">
                <a:solidFill>
                  <a:schemeClr val="bg1"/>
                </a:solidFill>
              </a:rPr>
              <a:t>, Proceedings, </a:t>
            </a:r>
            <a:r>
              <a:rPr lang="en-GB" dirty="0" err="1">
                <a:solidFill>
                  <a:schemeClr val="bg1"/>
                </a:solidFill>
              </a:rPr>
              <a:t>Inproceedings</a:t>
            </a:r>
            <a:r>
              <a:rPr lang="en-GB" dirty="0">
                <a:solidFill>
                  <a:schemeClr val="bg1"/>
                </a:solidFill>
              </a:rPr>
              <a:t>, Www, </a:t>
            </a:r>
            <a:r>
              <a:rPr lang="en-GB" dirty="0" err="1">
                <a:solidFill>
                  <a:schemeClr val="bg1"/>
                </a:solidFill>
              </a:rPr>
              <a:t>Mastersthesis</a:t>
            </a:r>
            <a:r>
              <a:rPr lang="en-GB" dirty="0">
                <a:solidFill>
                  <a:schemeClr val="bg1"/>
                </a:solidFill>
              </a:rPr>
              <a:t> contain the Publication tag in order to perform and understand queries easily since you don't need to specify 7 different nodes in the MATCH statement every time. </a:t>
            </a:r>
            <a:endParaRPr lang="en-IT" dirty="0">
              <a:solidFill>
                <a:schemeClr val="bg1"/>
              </a:solidFill>
              <a:cs typeface="Arial" panose="020B0604020202020204"/>
            </a:endParaRPr>
          </a:p>
          <a:p>
            <a:pPr marL="344170" indent="-344170">
              <a:buClr>
                <a:schemeClr val="bg1"/>
              </a:buClr>
            </a:pPr>
            <a:endParaRPr lang="en-IT" dirty="0">
              <a:cs typeface="Arial" panose="020B0604020202020204"/>
            </a:endParaRPr>
          </a:p>
        </p:txBody>
      </p:sp>
      <p:pic>
        <p:nvPicPr>
          <p:cNvPr id="5" name="Picture 4" descr="Diagram&#10;&#10;Description automatically generated">
            <a:extLst>
              <a:ext uri="{FF2B5EF4-FFF2-40B4-BE49-F238E27FC236}">
                <a16:creationId xmlns:a16="http://schemas.microsoft.com/office/drawing/2014/main" id="{90C1C488-5AE1-3788-E6EC-EC224F4F7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5570" y="1574800"/>
            <a:ext cx="5004538" cy="4131734"/>
          </a:xfrm>
          <a:prstGeom prst="rect">
            <a:avLst/>
          </a:prstGeom>
        </p:spPr>
      </p:pic>
    </p:spTree>
    <p:extLst>
      <p:ext uri="{BB962C8B-B14F-4D97-AF65-F5344CB8AC3E}">
        <p14:creationId xmlns:p14="http://schemas.microsoft.com/office/powerpoint/2010/main" val="244283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0775-1CB6-B9B2-5232-7AC722C83219}"/>
              </a:ext>
            </a:extLst>
          </p:cNvPr>
          <p:cNvSpPr>
            <a:spLocks noGrp="1"/>
          </p:cNvSpPr>
          <p:nvPr>
            <p:ph type="title"/>
          </p:nvPr>
        </p:nvSpPr>
        <p:spPr>
          <a:xfrm>
            <a:off x="0" y="119129"/>
            <a:ext cx="11630285" cy="1077229"/>
          </a:xfrm>
        </p:spPr>
        <p:txBody>
          <a:bodyPr/>
          <a:lstStyle/>
          <a:p>
            <a:pPr algn="l"/>
            <a:r>
              <a:rPr lang="en-IT" dirty="0">
                <a:solidFill>
                  <a:schemeClr val="bg1"/>
                </a:solidFill>
              </a:rPr>
              <a:t>An example of a query with its result (query 12):</a:t>
            </a:r>
          </a:p>
        </p:txBody>
      </p:sp>
      <p:sp>
        <p:nvSpPr>
          <p:cNvPr id="3" name="Content Placeholder 2">
            <a:extLst>
              <a:ext uri="{FF2B5EF4-FFF2-40B4-BE49-F238E27FC236}">
                <a16:creationId xmlns:a16="http://schemas.microsoft.com/office/drawing/2014/main" id="{21631D70-B02E-3C1E-8B8C-B09FFCA72FFC}"/>
              </a:ext>
            </a:extLst>
          </p:cNvPr>
          <p:cNvSpPr>
            <a:spLocks noGrp="1"/>
          </p:cNvSpPr>
          <p:nvPr>
            <p:ph idx="1"/>
          </p:nvPr>
        </p:nvSpPr>
        <p:spPr>
          <a:xfrm>
            <a:off x="7093516" y="757946"/>
            <a:ext cx="4536769" cy="5667905"/>
          </a:xfrm>
        </p:spPr>
        <p:txBody>
          <a:bodyPr>
            <a:normAutofit/>
          </a:bodyPr>
          <a:lstStyle/>
          <a:p>
            <a:r>
              <a:rPr lang="en-GB" dirty="0">
                <a:solidFill>
                  <a:schemeClr val="bg1"/>
                </a:solidFill>
              </a:rPr>
              <a:t>In this query there is a match of series that contains a type of publications with the quotes to other publications. After there is (again) a match with all the quotes to publications (that are in the specific </a:t>
            </a:r>
            <a:r>
              <a:rPr lang="en-GB" dirty="0" err="1">
                <a:solidFill>
                  <a:schemeClr val="bg1"/>
                </a:solidFill>
              </a:rPr>
              <a:t>serie</a:t>
            </a:r>
            <a:r>
              <a:rPr lang="en-GB" dirty="0">
                <a:solidFill>
                  <a:schemeClr val="bg1"/>
                </a:solidFill>
              </a:rPr>
              <a:t>, except other that are already in that </a:t>
            </a:r>
            <a:r>
              <a:rPr lang="en-GB" dirty="0" err="1">
                <a:solidFill>
                  <a:schemeClr val="bg1"/>
                </a:solidFill>
              </a:rPr>
              <a:t>serie</a:t>
            </a:r>
            <a:r>
              <a:rPr lang="en-GB" dirty="0">
                <a:solidFill>
                  <a:schemeClr val="bg1"/>
                </a:solidFill>
              </a:rPr>
              <a:t>). Finally there is a collect of the number of citations (found before) in a best 5 classification. </a:t>
            </a:r>
          </a:p>
          <a:p>
            <a:r>
              <a:rPr lang="en-GB" dirty="0">
                <a:solidFill>
                  <a:schemeClr val="bg1"/>
                </a:solidFill>
              </a:rPr>
              <a:t>The complexity is: 3 nodes + conditions + aggregations + limit.</a:t>
            </a:r>
            <a:endParaRPr lang="en-IT" dirty="0">
              <a:solidFill>
                <a:schemeClr val="bg1"/>
              </a:solidFill>
            </a:endParaRPr>
          </a:p>
        </p:txBody>
      </p:sp>
      <p:sp>
        <p:nvSpPr>
          <p:cNvPr id="4" name="TextBox 3">
            <a:extLst>
              <a:ext uri="{FF2B5EF4-FFF2-40B4-BE49-F238E27FC236}">
                <a16:creationId xmlns:a16="http://schemas.microsoft.com/office/drawing/2014/main" id="{30B65784-ED38-1D00-21A1-13AD4D903F5A}"/>
              </a:ext>
            </a:extLst>
          </p:cNvPr>
          <p:cNvSpPr txBox="1"/>
          <p:nvPr/>
        </p:nvSpPr>
        <p:spPr>
          <a:xfrm>
            <a:off x="0" y="948690"/>
            <a:ext cx="6118964" cy="2585323"/>
          </a:xfrm>
          <a:prstGeom prst="rect">
            <a:avLst/>
          </a:prstGeom>
          <a:solidFill>
            <a:schemeClr val="tx2"/>
          </a:solidFill>
        </p:spPr>
        <p:txBody>
          <a:bodyPr wrap="square">
            <a:spAutoFit/>
          </a:bodyPr>
          <a:lstStyle/>
          <a:p>
            <a:r>
              <a:rPr lang="en-GB" dirty="0">
                <a:solidFill>
                  <a:schemeClr val="bg1"/>
                </a:solidFill>
                <a:latin typeface="Comic Sans MS" panose="030F0902030302020204" pitchFamily="66" charset="0"/>
              </a:rPr>
              <a:t>MATCH(</a:t>
            </a:r>
            <a:r>
              <a:rPr lang="en-GB" dirty="0" err="1">
                <a:solidFill>
                  <a:schemeClr val="bg1"/>
                </a:solidFill>
                <a:latin typeface="Comic Sans MS" panose="030F0902030302020204" pitchFamily="66" charset="0"/>
              </a:rPr>
              <a:t>s:Serie</a:t>
            </a:r>
            <a:r>
              <a:rPr lang="en-GB" dirty="0">
                <a:solidFill>
                  <a:schemeClr val="bg1"/>
                </a:solidFill>
                <a:latin typeface="Comic Sans MS" panose="030F0902030302020204" pitchFamily="66" charset="0"/>
              </a:rPr>
              <a:t>)-[:CONTAIN]-&gt;(p1:Publication)&lt;-[</a:t>
            </a:r>
            <a:r>
              <a:rPr lang="en-GB" dirty="0" err="1">
                <a:solidFill>
                  <a:schemeClr val="bg1"/>
                </a:solidFill>
                <a:latin typeface="Comic Sans MS" panose="030F0902030302020204" pitchFamily="66" charset="0"/>
              </a:rPr>
              <a:t>c:CITE</a:t>
            </a:r>
            <a:r>
              <a:rPr lang="en-GB" dirty="0">
                <a:solidFill>
                  <a:schemeClr val="bg1"/>
                </a:solidFill>
                <a:latin typeface="Comic Sans MS" panose="030F0902030302020204" pitchFamily="66" charset="0"/>
              </a:rPr>
              <a:t>]-(p2:Publication) </a:t>
            </a:r>
          </a:p>
          <a:p>
            <a:r>
              <a:rPr lang="en-GB" dirty="0">
                <a:solidFill>
                  <a:schemeClr val="bg1"/>
                </a:solidFill>
                <a:latin typeface="Comic Sans MS" panose="030F0902030302020204" pitchFamily="66" charset="0"/>
              </a:rPr>
              <a:t>WITH  s , collect(p2) AS pubs, p1 </a:t>
            </a:r>
          </a:p>
          <a:p>
            <a:r>
              <a:rPr lang="en-GB" dirty="0">
                <a:solidFill>
                  <a:schemeClr val="bg1"/>
                </a:solidFill>
                <a:latin typeface="Comic Sans MS" panose="030F0902030302020204" pitchFamily="66" charset="0"/>
              </a:rPr>
              <a:t>MATCH (p1)&lt;-[c2:CITE]-() </a:t>
            </a:r>
          </a:p>
          <a:p>
            <a:r>
              <a:rPr lang="en-GB" dirty="0">
                <a:solidFill>
                  <a:schemeClr val="bg1"/>
                </a:solidFill>
                <a:latin typeface="Comic Sans MS" panose="030F0902030302020204" pitchFamily="66" charset="0"/>
              </a:rPr>
              <a:t>WHERE  NOT p1  IN pubs </a:t>
            </a:r>
          </a:p>
          <a:p>
            <a:r>
              <a:rPr lang="en-GB" dirty="0">
                <a:solidFill>
                  <a:schemeClr val="bg1"/>
                </a:solidFill>
                <a:latin typeface="Comic Sans MS" panose="030F0902030302020204" pitchFamily="66" charset="0"/>
              </a:rPr>
              <a:t>WITH size(collect(c2)) AS NumCitation2,s </a:t>
            </a:r>
          </a:p>
          <a:p>
            <a:r>
              <a:rPr lang="en-GB" dirty="0">
                <a:solidFill>
                  <a:schemeClr val="bg1"/>
                </a:solidFill>
                <a:latin typeface="Comic Sans MS" panose="030F0902030302020204" pitchFamily="66" charset="0"/>
              </a:rPr>
              <a:t>RETURN </a:t>
            </a:r>
            <a:r>
              <a:rPr lang="en-GB" dirty="0" err="1">
                <a:solidFill>
                  <a:schemeClr val="bg1"/>
                </a:solidFill>
                <a:latin typeface="Comic Sans MS" panose="030F0902030302020204" pitchFamily="66" charset="0"/>
              </a:rPr>
              <a:t>s.name</a:t>
            </a:r>
            <a:r>
              <a:rPr lang="en-GB" dirty="0">
                <a:solidFill>
                  <a:schemeClr val="bg1"/>
                </a:solidFill>
                <a:latin typeface="Comic Sans MS" panose="030F0902030302020204" pitchFamily="66" charset="0"/>
              </a:rPr>
              <a:t>, NumCitation2 </a:t>
            </a:r>
          </a:p>
          <a:p>
            <a:r>
              <a:rPr lang="en-GB" dirty="0">
                <a:solidFill>
                  <a:schemeClr val="bg1"/>
                </a:solidFill>
                <a:latin typeface="Comic Sans MS" panose="030F0902030302020204" pitchFamily="66" charset="0"/>
              </a:rPr>
              <a:t>ORDER BY NumCitation2 DESC </a:t>
            </a:r>
          </a:p>
          <a:p>
            <a:r>
              <a:rPr lang="en-GB" dirty="0">
                <a:solidFill>
                  <a:schemeClr val="bg1"/>
                </a:solidFill>
                <a:latin typeface="Comic Sans MS" panose="030F0902030302020204" pitchFamily="66" charset="0"/>
              </a:rPr>
              <a:t>LIMIT 5 </a:t>
            </a:r>
            <a:endParaRPr lang="en-IT" dirty="0">
              <a:solidFill>
                <a:schemeClr val="bg1"/>
              </a:solidFill>
              <a:latin typeface="Comic Sans MS" panose="030F0902030302020204" pitchFamily="66" charset="0"/>
            </a:endParaRPr>
          </a:p>
        </p:txBody>
      </p:sp>
      <p:pic>
        <p:nvPicPr>
          <p:cNvPr id="6" name="Picture 5" descr="Table&#10;&#10;Description automatically generated">
            <a:extLst>
              <a:ext uri="{FF2B5EF4-FFF2-40B4-BE49-F238E27FC236}">
                <a16:creationId xmlns:a16="http://schemas.microsoft.com/office/drawing/2014/main" id="{F64BC5B6-5DED-4366-252C-DA9138299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366" y="3976166"/>
            <a:ext cx="5303686" cy="2449685"/>
          </a:xfrm>
          <a:prstGeom prst="rect">
            <a:avLst/>
          </a:prstGeom>
        </p:spPr>
      </p:pic>
    </p:spTree>
    <p:extLst>
      <p:ext uri="{BB962C8B-B14F-4D97-AF65-F5344CB8AC3E}">
        <p14:creationId xmlns:p14="http://schemas.microsoft.com/office/powerpoint/2010/main" val="3138963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6C28-0291-4001-4AA3-068ED18995A7}"/>
              </a:ext>
            </a:extLst>
          </p:cNvPr>
          <p:cNvSpPr>
            <a:spLocks noGrp="1"/>
          </p:cNvSpPr>
          <p:nvPr>
            <p:ph type="title"/>
          </p:nvPr>
        </p:nvSpPr>
        <p:spPr>
          <a:xfrm>
            <a:off x="319545" y="169228"/>
            <a:ext cx="11354713" cy="1077229"/>
          </a:xfrm>
        </p:spPr>
        <p:txBody>
          <a:bodyPr/>
          <a:lstStyle/>
          <a:p>
            <a:pPr algn="l"/>
            <a:r>
              <a:rPr lang="en-IT" spc="600" dirty="0">
                <a:solidFill>
                  <a:schemeClr val="bg1"/>
                </a:solidFill>
              </a:rPr>
              <a:t>An example of a command(command 1):</a:t>
            </a:r>
          </a:p>
        </p:txBody>
      </p:sp>
      <p:sp>
        <p:nvSpPr>
          <p:cNvPr id="3" name="Content Placeholder 2">
            <a:extLst>
              <a:ext uri="{FF2B5EF4-FFF2-40B4-BE49-F238E27FC236}">
                <a16:creationId xmlns:a16="http://schemas.microsoft.com/office/drawing/2014/main" id="{72F90C8A-BE20-3B2B-E8A5-7313BF9B3882}"/>
              </a:ext>
            </a:extLst>
          </p:cNvPr>
          <p:cNvSpPr>
            <a:spLocks noGrp="1"/>
          </p:cNvSpPr>
          <p:nvPr>
            <p:ph idx="1"/>
          </p:nvPr>
        </p:nvSpPr>
        <p:spPr>
          <a:xfrm>
            <a:off x="6939419" y="707842"/>
            <a:ext cx="4933036" cy="6100049"/>
          </a:xfrm>
        </p:spPr>
        <p:txBody>
          <a:bodyPr>
            <a:normAutofit lnSpcReduction="10000"/>
          </a:bodyPr>
          <a:lstStyle/>
          <a:p>
            <a:pPr marL="0" indent="0" algn="r">
              <a:buNone/>
            </a:pPr>
            <a:r>
              <a:rPr lang="en-GB" dirty="0">
                <a:solidFill>
                  <a:schemeClr val="bg1"/>
                </a:solidFill>
              </a:rPr>
              <a:t>This command is used to update the </a:t>
            </a:r>
            <a:r>
              <a:rPr lang="en-GB" dirty="0" err="1">
                <a:solidFill>
                  <a:schemeClr val="bg1"/>
                </a:solidFill>
              </a:rPr>
              <a:t>citationScore</a:t>
            </a:r>
            <a:r>
              <a:rPr lang="en-GB" dirty="0">
                <a:solidFill>
                  <a:schemeClr val="bg1"/>
                </a:solidFill>
              </a:rPr>
              <a:t> attribute of the publications. In the first part of the command it is checked if already exist a graph called “</a:t>
            </a:r>
            <a:r>
              <a:rPr lang="en-GB" dirty="0" err="1">
                <a:solidFill>
                  <a:schemeClr val="bg1"/>
                </a:solidFill>
              </a:rPr>
              <a:t>citationsGraph</a:t>
            </a:r>
            <a:r>
              <a:rPr lang="en-GB" dirty="0">
                <a:solidFill>
                  <a:schemeClr val="bg1"/>
                </a:solidFill>
              </a:rPr>
              <a:t>” in the </a:t>
            </a:r>
            <a:r>
              <a:rPr lang="en-GB" dirty="0" err="1">
                <a:solidFill>
                  <a:schemeClr val="bg1"/>
                </a:solidFill>
              </a:rPr>
              <a:t>gds</a:t>
            </a:r>
            <a:r>
              <a:rPr lang="en-GB" dirty="0">
                <a:solidFill>
                  <a:schemeClr val="bg1"/>
                </a:solidFill>
              </a:rPr>
              <a:t> library. If this graph already exist, it is dropped. </a:t>
            </a:r>
          </a:p>
          <a:p>
            <a:pPr marL="0" indent="0" algn="r">
              <a:buNone/>
            </a:pPr>
            <a:r>
              <a:rPr lang="en-GB" dirty="0">
                <a:solidFill>
                  <a:schemeClr val="bg1"/>
                </a:solidFill>
              </a:rPr>
              <a:t>In the second part of the command we create a new graph in the </a:t>
            </a:r>
            <a:r>
              <a:rPr lang="en-GB" dirty="0" err="1">
                <a:solidFill>
                  <a:schemeClr val="bg1"/>
                </a:solidFill>
              </a:rPr>
              <a:t>gds</a:t>
            </a:r>
            <a:r>
              <a:rPr lang="en-GB" dirty="0">
                <a:solidFill>
                  <a:schemeClr val="bg1"/>
                </a:solidFill>
              </a:rPr>
              <a:t> library (using the command project) containing all the CITATION relationships between publications. Finally on this graph it is launched the PageRank algorithm (</a:t>
            </a:r>
            <a:r>
              <a:rPr lang="en-GB" dirty="0" err="1">
                <a:solidFill>
                  <a:schemeClr val="bg1"/>
                </a:solidFill>
              </a:rPr>
              <a:t>gds.pageRank.stream</a:t>
            </a:r>
            <a:r>
              <a:rPr lang="en-GB" dirty="0">
                <a:solidFill>
                  <a:schemeClr val="bg1"/>
                </a:solidFill>
              </a:rPr>
              <a:t>) which calculates all the indexes that will be written as attribute in the corresponding publication nodes. </a:t>
            </a:r>
            <a:endParaRPr lang="en-IT" dirty="0">
              <a:solidFill>
                <a:schemeClr val="bg1"/>
              </a:solidFill>
            </a:endParaRPr>
          </a:p>
        </p:txBody>
      </p:sp>
      <p:sp>
        <p:nvSpPr>
          <p:cNvPr id="5" name="TextBox 4">
            <a:extLst>
              <a:ext uri="{FF2B5EF4-FFF2-40B4-BE49-F238E27FC236}">
                <a16:creationId xmlns:a16="http://schemas.microsoft.com/office/drawing/2014/main" id="{6E3F13EC-4B03-9A86-D3ED-1952DD936567}"/>
              </a:ext>
            </a:extLst>
          </p:cNvPr>
          <p:cNvSpPr txBox="1"/>
          <p:nvPr/>
        </p:nvSpPr>
        <p:spPr>
          <a:xfrm>
            <a:off x="0" y="948690"/>
            <a:ext cx="6118964" cy="5909310"/>
          </a:xfrm>
          <a:prstGeom prst="rect">
            <a:avLst/>
          </a:prstGeom>
          <a:solidFill>
            <a:schemeClr val="tx2"/>
          </a:solidFill>
        </p:spPr>
        <p:txBody>
          <a:bodyPr wrap="square">
            <a:spAutoFit/>
          </a:bodyPr>
          <a:lstStyle/>
          <a:p>
            <a:r>
              <a:rPr lang="en-IT" dirty="0">
                <a:solidFill>
                  <a:schemeClr val="bg1"/>
                </a:solidFill>
                <a:latin typeface="Comic Sans MS" panose="030F0902030302020204" pitchFamily="66" charset="0"/>
              </a:rPr>
              <a:t>CALL gds.graph.exists('citationsGraph')</a:t>
            </a:r>
          </a:p>
          <a:p>
            <a:r>
              <a:rPr lang="en-IT" dirty="0">
                <a:solidFill>
                  <a:schemeClr val="bg1"/>
                </a:solidFill>
                <a:latin typeface="Comic Sans MS" panose="030F0902030302020204" pitchFamily="66" charset="0"/>
              </a:rPr>
              <a:t>YIELD exists as ex</a:t>
            </a:r>
          </a:p>
          <a:p>
            <a:r>
              <a:rPr lang="en-IT" dirty="0">
                <a:solidFill>
                  <a:schemeClr val="bg1"/>
                </a:solidFill>
                <a:latin typeface="Comic Sans MS" panose="030F0902030302020204" pitchFamily="66" charset="0"/>
              </a:rPr>
              <a:t>CALL apoc.when(ex, 'CALL gds.graph.drop("citationsGraph") YIELD graphName AS G')</a:t>
            </a:r>
          </a:p>
          <a:p>
            <a:r>
              <a:rPr lang="en-IT" dirty="0">
                <a:solidFill>
                  <a:schemeClr val="bg1"/>
                </a:solidFill>
                <a:latin typeface="Comic Sans MS" panose="030F0902030302020204" pitchFamily="66" charset="0"/>
              </a:rPr>
              <a:t>YIELD value AS val</a:t>
            </a:r>
          </a:p>
          <a:p>
            <a:r>
              <a:rPr lang="en-IT" dirty="0">
                <a:solidFill>
                  <a:schemeClr val="bg1"/>
                </a:solidFill>
                <a:latin typeface="Comic Sans MS" panose="030F0902030302020204" pitchFamily="66" charset="0"/>
              </a:rPr>
              <a:t>CALL gds.graph.project.cypher('citationsGraph',</a:t>
            </a:r>
          </a:p>
          <a:p>
            <a:r>
              <a:rPr lang="en-IT" dirty="0">
                <a:solidFill>
                  <a:schemeClr val="bg1"/>
                </a:solidFill>
                <a:latin typeface="Comic Sans MS" panose="030F0902030302020204" pitchFamily="66" charset="0"/>
              </a:rPr>
              <a:t>'MATCH (n :Publication) WHERE n.consistencyStatus=false </a:t>
            </a:r>
          </a:p>
          <a:p>
            <a:r>
              <a:rPr lang="en-IT" dirty="0">
                <a:solidFill>
                  <a:schemeClr val="bg1"/>
                </a:solidFill>
                <a:latin typeface="Comic Sans MS" panose="030F0902030302020204" pitchFamily="66" charset="0"/>
              </a:rPr>
              <a:t>RETURN id(n) AS id',</a:t>
            </a:r>
          </a:p>
          <a:p>
            <a:r>
              <a:rPr lang="en-IT" dirty="0">
                <a:solidFill>
                  <a:schemeClr val="bg1"/>
                </a:solidFill>
                <a:latin typeface="Comic Sans MS" panose="030F0902030302020204" pitchFamily="66" charset="0"/>
              </a:rPr>
              <a:t>'MATCH (n)-[c:CITE]-&gt;(p) RETURN id(n) as source, id(p) as target ,</a:t>
            </a:r>
          </a:p>
          <a:p>
            <a:r>
              <a:rPr lang="en-IT" dirty="0">
                <a:solidFill>
                  <a:schemeClr val="bg1"/>
                </a:solidFill>
                <a:latin typeface="Comic Sans MS" panose="030F0902030302020204" pitchFamily="66" charset="0"/>
              </a:rPr>
              <a:t>type(c) as type, c.weight as weight')</a:t>
            </a:r>
          </a:p>
          <a:p>
            <a:r>
              <a:rPr lang="en-IT" dirty="0">
                <a:solidFill>
                  <a:schemeClr val="bg1"/>
                </a:solidFill>
                <a:latin typeface="Comic Sans MS" panose="030F0902030302020204" pitchFamily="66" charset="0"/>
              </a:rPr>
              <a:t>YIELD graphName as graph, nodeCount, relationshipCount</a:t>
            </a:r>
          </a:p>
          <a:p>
            <a:r>
              <a:rPr lang="en-IT" dirty="0">
                <a:solidFill>
                  <a:schemeClr val="bg1"/>
                </a:solidFill>
                <a:latin typeface="Comic Sans MS" panose="030F0902030302020204" pitchFamily="66" charset="0"/>
              </a:rPr>
              <a:t>CALL gds.pageRank.stream(graph)</a:t>
            </a:r>
          </a:p>
          <a:p>
            <a:r>
              <a:rPr lang="en-IT" dirty="0">
                <a:solidFill>
                  <a:schemeClr val="bg1"/>
                </a:solidFill>
                <a:latin typeface="Comic Sans MS" panose="030F0902030302020204" pitchFamily="66" charset="0"/>
              </a:rPr>
              <a:t>YIELD nodeId, score</a:t>
            </a:r>
          </a:p>
          <a:p>
            <a:r>
              <a:rPr lang="en-IT" dirty="0">
                <a:solidFill>
                  <a:schemeClr val="bg1"/>
                </a:solidFill>
                <a:latin typeface="Comic Sans MS" panose="030F0902030302020204" pitchFamily="66" charset="0"/>
              </a:rPr>
              <a:t>MATCH(n:Publication)</a:t>
            </a:r>
          </a:p>
          <a:p>
            <a:r>
              <a:rPr lang="en-IT" dirty="0">
                <a:solidFill>
                  <a:schemeClr val="bg1"/>
                </a:solidFill>
                <a:latin typeface="Comic Sans MS" panose="030F0902030302020204" pitchFamily="66" charset="0"/>
              </a:rPr>
              <a:t>WHERE id(n) = nodeId</a:t>
            </a:r>
          </a:p>
          <a:p>
            <a:r>
              <a:rPr lang="en-IT" dirty="0">
                <a:solidFill>
                  <a:schemeClr val="bg1"/>
                </a:solidFill>
                <a:latin typeface="Comic Sans MS" panose="030F0902030302020204" pitchFamily="66" charset="0"/>
              </a:rPr>
              <a:t>SET n.citationScore =score</a:t>
            </a:r>
          </a:p>
          <a:p>
            <a:r>
              <a:rPr lang="en-IT" dirty="0">
                <a:solidFill>
                  <a:schemeClr val="bg1"/>
                </a:solidFill>
                <a:latin typeface="Comic Sans MS" panose="030F0902030302020204" pitchFamily="66" charset="0"/>
              </a:rPr>
              <a:t>SET n.consistencyStatus=true</a:t>
            </a:r>
          </a:p>
        </p:txBody>
      </p:sp>
    </p:spTree>
    <p:extLst>
      <p:ext uri="{BB962C8B-B14F-4D97-AF65-F5344CB8AC3E}">
        <p14:creationId xmlns:p14="http://schemas.microsoft.com/office/powerpoint/2010/main" val="328357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A490-019A-2EE8-2F26-D789C7921E80}"/>
              </a:ext>
            </a:extLst>
          </p:cNvPr>
          <p:cNvSpPr>
            <a:spLocks noGrp="1"/>
          </p:cNvSpPr>
          <p:nvPr>
            <p:ph type="title"/>
          </p:nvPr>
        </p:nvSpPr>
        <p:spPr/>
        <p:txBody>
          <a:bodyPr/>
          <a:lstStyle/>
          <a:p>
            <a:r>
              <a:rPr lang="en-IT"/>
              <a:t>Second Part (documental DB): MongoDB</a:t>
            </a:r>
          </a:p>
        </p:txBody>
      </p:sp>
      <p:sp>
        <p:nvSpPr>
          <p:cNvPr id="3" name="Content Placeholder 2">
            <a:extLst>
              <a:ext uri="{FF2B5EF4-FFF2-40B4-BE49-F238E27FC236}">
                <a16:creationId xmlns:a16="http://schemas.microsoft.com/office/drawing/2014/main" id="{0CA3E8E9-5F02-89AC-7098-FB0C91FCE0C1}"/>
              </a:ext>
            </a:extLst>
          </p:cNvPr>
          <p:cNvSpPr>
            <a:spLocks noGrp="1"/>
          </p:cNvSpPr>
          <p:nvPr>
            <p:ph idx="1"/>
          </p:nvPr>
        </p:nvSpPr>
        <p:spPr>
          <a:xfrm>
            <a:off x="1130537" y="1752079"/>
            <a:ext cx="7796540" cy="3997828"/>
          </a:xfrm>
        </p:spPr>
        <p:txBody>
          <a:bodyPr>
            <a:normAutofit lnSpcReduction="10000"/>
          </a:bodyPr>
          <a:lstStyle/>
          <a:p>
            <a:r>
              <a:rPr lang="en-GB" dirty="0"/>
              <a:t>The aim of this second part is to design, structure and implement a document database in MongoDB to store a collection of articles.</a:t>
            </a:r>
          </a:p>
          <a:p>
            <a:r>
              <a:rPr lang="en-GB" dirty="0"/>
              <a:t>Comparing this assignment to the first, the focus of the specification has moved from the generic description of the publications and their relationships to the detailed description of a single article.</a:t>
            </a:r>
          </a:p>
          <a:p>
            <a:r>
              <a:rPr lang="en-GB" dirty="0"/>
              <a:t>In fact, it is asked to create a DB capable of containing many information about the article and also its complete text, divided into sections and paragraphs.</a:t>
            </a:r>
            <a:endParaRPr lang="en-IT" dirty="0"/>
          </a:p>
        </p:txBody>
      </p:sp>
      <p:sp>
        <p:nvSpPr>
          <p:cNvPr id="5" name="TextBox 4">
            <a:extLst>
              <a:ext uri="{FF2B5EF4-FFF2-40B4-BE49-F238E27FC236}">
                <a16:creationId xmlns:a16="http://schemas.microsoft.com/office/drawing/2014/main" id="{13D5DE9C-201F-8EA2-7876-DAB72980D953}"/>
              </a:ext>
            </a:extLst>
          </p:cNvPr>
          <p:cNvSpPr txBox="1"/>
          <p:nvPr/>
        </p:nvSpPr>
        <p:spPr>
          <a:xfrm>
            <a:off x="945715" y="0"/>
            <a:ext cx="6100174" cy="369332"/>
          </a:xfrm>
          <a:prstGeom prst="rect">
            <a:avLst/>
          </a:prstGeom>
          <a:noFill/>
        </p:spPr>
        <p:txBody>
          <a:bodyPr wrap="square">
            <a:spAutoFit/>
          </a:bodyPr>
          <a:lstStyle/>
          <a:p>
            <a:r>
              <a:rPr lang="en-IT"/>
              <a:t>Ma documentami sta minchia</a:t>
            </a:r>
          </a:p>
        </p:txBody>
      </p:sp>
    </p:spTree>
    <p:extLst>
      <p:ext uri="{BB962C8B-B14F-4D97-AF65-F5344CB8AC3E}">
        <p14:creationId xmlns:p14="http://schemas.microsoft.com/office/powerpoint/2010/main" val="126987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064D0-B8B8-4055-6947-2A6F2A6739A8}"/>
              </a:ext>
            </a:extLst>
          </p:cNvPr>
          <p:cNvSpPr>
            <a:spLocks noGrp="1"/>
          </p:cNvSpPr>
          <p:nvPr>
            <p:ph idx="1"/>
          </p:nvPr>
        </p:nvSpPr>
        <p:spPr>
          <a:xfrm>
            <a:off x="0" y="-87682"/>
            <a:ext cx="11987212" cy="6945682"/>
          </a:xfrm>
        </p:spPr>
        <p:txBody>
          <a:bodyPr>
            <a:normAutofit fontScale="85000" lnSpcReduction="20000"/>
          </a:bodyPr>
          <a:lstStyle/>
          <a:p>
            <a:pPr>
              <a:buClrTx/>
            </a:pPr>
            <a:r>
              <a:rPr lang="en-GB" dirty="0">
                <a:solidFill>
                  <a:schemeClr val="bg1"/>
                </a:solidFill>
              </a:rPr>
              <a:t>Articles and authors are our collections of documents.</a:t>
            </a:r>
          </a:p>
          <a:p>
            <a:pPr>
              <a:buClrTx/>
            </a:pPr>
            <a:r>
              <a:rPr lang="en-GB" dirty="0">
                <a:solidFill>
                  <a:schemeClr val="bg1"/>
                </a:solidFill>
              </a:rPr>
              <a:t>Each article contains the main information needed:</a:t>
            </a:r>
          </a:p>
          <a:p>
            <a:pPr marL="457200" indent="-457200">
              <a:buClr>
                <a:schemeClr val="bg1"/>
              </a:buClr>
              <a:buFont typeface="+mj-lt"/>
              <a:buAutoNum type="arabicPeriod"/>
            </a:pPr>
            <a:r>
              <a:rPr lang="en-GB" dirty="0">
                <a:solidFill>
                  <a:schemeClr val="bg1"/>
                </a:solidFill>
              </a:rPr>
              <a:t>Relevant information stored in different attributes including the tile, an </a:t>
            </a:r>
            <a:r>
              <a:rPr lang="en-GB" dirty="0" err="1">
                <a:solidFill>
                  <a:schemeClr val="bg1"/>
                </a:solidFill>
              </a:rPr>
              <a:t>url</a:t>
            </a:r>
            <a:r>
              <a:rPr lang="en-GB" dirty="0">
                <a:solidFill>
                  <a:schemeClr val="bg1"/>
                </a:solidFill>
              </a:rPr>
              <a:t> representing the correlated online resource, date of publication.</a:t>
            </a:r>
          </a:p>
          <a:p>
            <a:pPr marL="457200" indent="-457200">
              <a:buClr>
                <a:schemeClr val="bg1"/>
              </a:buClr>
              <a:buFont typeface="+mj-lt"/>
              <a:buAutoNum type="arabicPeriod"/>
            </a:pPr>
            <a:r>
              <a:rPr lang="en-GB" dirty="0">
                <a:solidFill>
                  <a:schemeClr val="bg1"/>
                </a:solidFill>
              </a:rPr>
              <a:t>The </a:t>
            </a:r>
            <a:r>
              <a:rPr lang="en-GB" dirty="0" err="1">
                <a:solidFill>
                  <a:schemeClr val="bg1"/>
                </a:solidFill>
              </a:rPr>
              <a:t>doc_id</a:t>
            </a:r>
            <a:r>
              <a:rPr lang="en-GB" dirty="0">
                <a:solidFill>
                  <a:schemeClr val="bg1"/>
                </a:solidFill>
              </a:rPr>
              <a:t> that is a unique identifier associated with each article, it's assigned to each article when it's published. </a:t>
            </a:r>
          </a:p>
          <a:p>
            <a:pPr marL="457200" indent="-457200">
              <a:buClr>
                <a:schemeClr val="bg1"/>
              </a:buClr>
              <a:buFont typeface="+mj-lt"/>
              <a:buAutoNum type="arabicPeriod"/>
            </a:pPr>
            <a:r>
              <a:rPr lang="en-GB" dirty="0">
                <a:solidFill>
                  <a:schemeClr val="bg1"/>
                </a:solidFill>
              </a:rPr>
              <a:t>List of tags (such as \#cloud)</a:t>
            </a:r>
          </a:p>
          <a:p>
            <a:pPr marL="457200" indent="-457200">
              <a:buClr>
                <a:schemeClr val="bg1"/>
              </a:buClr>
              <a:buFont typeface="+mj-lt"/>
              <a:buAutoNum type="arabicPeriod"/>
            </a:pPr>
            <a:r>
              <a:rPr lang="en-GB" dirty="0">
                <a:solidFill>
                  <a:schemeClr val="bg1"/>
                </a:solidFill>
              </a:rPr>
              <a:t>List of authors, stored as an array of </a:t>
            </a:r>
            <a:r>
              <a:rPr lang="en-GB" i="1" dirty="0" err="1">
                <a:solidFill>
                  <a:schemeClr val="bg1"/>
                </a:solidFill>
              </a:rPr>
              <a:t>Author_preview</a:t>
            </a:r>
            <a:r>
              <a:rPr lang="en-GB" i="1" dirty="0">
                <a:solidFill>
                  <a:schemeClr val="bg1"/>
                </a:solidFill>
              </a:rPr>
              <a:t> </a:t>
            </a:r>
            <a:r>
              <a:rPr lang="en-GB" dirty="0">
                <a:solidFill>
                  <a:schemeClr val="bg1"/>
                </a:solidFill>
              </a:rPr>
              <a:t>sub-documents. The </a:t>
            </a:r>
            <a:r>
              <a:rPr lang="en-GB" i="1" dirty="0" err="1">
                <a:solidFill>
                  <a:schemeClr val="bg1"/>
                </a:solidFill>
              </a:rPr>
              <a:t>Author_preview</a:t>
            </a:r>
            <a:r>
              <a:rPr lang="en-GB" i="1" dirty="0">
                <a:solidFill>
                  <a:schemeClr val="bg1"/>
                </a:solidFill>
              </a:rPr>
              <a:t> </a:t>
            </a:r>
            <a:r>
              <a:rPr lang="en-GB" dirty="0">
                <a:solidFill>
                  <a:schemeClr val="bg1"/>
                </a:solidFill>
              </a:rPr>
              <a:t>sub-document is designed with the aim to provide the most relevant information of an author that usually, in our application domain, it's accessed together with the related article. </a:t>
            </a:r>
          </a:p>
          <a:p>
            <a:pPr marL="457200" indent="-457200">
              <a:buClr>
                <a:schemeClr val="bg1"/>
              </a:buClr>
              <a:buFont typeface="+mj-lt"/>
              <a:buAutoNum type="arabicPeriod"/>
            </a:pPr>
            <a:r>
              <a:rPr lang="en-GB" dirty="0">
                <a:solidFill>
                  <a:schemeClr val="bg1"/>
                </a:solidFill>
              </a:rPr>
              <a:t>The </a:t>
            </a:r>
            <a:r>
              <a:rPr lang="en-GB" i="1" dirty="0" err="1">
                <a:solidFill>
                  <a:schemeClr val="bg1"/>
                </a:solidFill>
              </a:rPr>
              <a:t>Text_data</a:t>
            </a:r>
            <a:r>
              <a:rPr lang="en-GB" i="1" dirty="0">
                <a:solidFill>
                  <a:schemeClr val="bg1"/>
                </a:solidFill>
              </a:rPr>
              <a:t> </a:t>
            </a:r>
            <a:r>
              <a:rPr lang="en-GB" dirty="0">
                <a:solidFill>
                  <a:schemeClr val="bg1"/>
                </a:solidFill>
              </a:rPr>
              <a:t>sub-document which includes all the article text structure and the related data. </a:t>
            </a:r>
          </a:p>
          <a:p>
            <a:pPr marL="457200" indent="-457200">
              <a:buClr>
                <a:schemeClr val="bg1"/>
              </a:buClr>
              <a:buFont typeface="+mj-lt"/>
              <a:buAutoNum type="arabicPeriod"/>
            </a:pPr>
            <a:r>
              <a:rPr lang="en-GB" dirty="0">
                <a:solidFill>
                  <a:schemeClr val="bg1"/>
                </a:solidFill>
              </a:rPr>
              <a:t> The </a:t>
            </a:r>
            <a:r>
              <a:rPr lang="en-GB" i="1" dirty="0">
                <a:solidFill>
                  <a:schemeClr val="bg1"/>
                </a:solidFill>
              </a:rPr>
              <a:t>Section</a:t>
            </a:r>
            <a:r>
              <a:rPr lang="en-GB" dirty="0">
                <a:solidFill>
                  <a:schemeClr val="bg1"/>
                </a:solidFill>
              </a:rPr>
              <a:t> sub-document represent a section of an Article.</a:t>
            </a:r>
          </a:p>
          <a:p>
            <a:pPr marL="457200" indent="-457200">
              <a:buClr>
                <a:schemeClr val="bg1"/>
              </a:buClr>
              <a:buFont typeface="+mj-lt"/>
              <a:buAutoNum type="arabicPeriod"/>
            </a:pPr>
            <a:r>
              <a:rPr lang="en-GB" dirty="0">
                <a:solidFill>
                  <a:schemeClr val="bg1"/>
                </a:solidFill>
              </a:rPr>
              <a:t>Bibliography with the list of all the referenced articles.</a:t>
            </a:r>
          </a:p>
          <a:p>
            <a:pPr marL="457200" indent="-457200">
              <a:buClr>
                <a:schemeClr val="bg1"/>
              </a:buClr>
              <a:buFont typeface="+mj-lt"/>
              <a:buAutoNum type="arabicPeriod"/>
            </a:pPr>
            <a:r>
              <a:rPr lang="en-GB" dirty="0">
                <a:solidFill>
                  <a:schemeClr val="bg1"/>
                </a:solidFill>
              </a:rPr>
              <a:t>An </a:t>
            </a:r>
            <a:r>
              <a:rPr lang="en-GB" i="1" dirty="0" err="1">
                <a:solidFill>
                  <a:schemeClr val="bg1"/>
                </a:solidFill>
              </a:rPr>
              <a:t>Article_preview</a:t>
            </a:r>
            <a:r>
              <a:rPr lang="en-GB" i="1" dirty="0">
                <a:solidFill>
                  <a:schemeClr val="bg1"/>
                </a:solidFill>
              </a:rPr>
              <a:t> </a:t>
            </a:r>
            <a:r>
              <a:rPr lang="en-GB" dirty="0">
                <a:solidFill>
                  <a:schemeClr val="bg1"/>
                </a:solidFill>
              </a:rPr>
              <a:t>sub-document include all the principal  information related to an article that are usually accessed.</a:t>
            </a:r>
          </a:p>
          <a:p>
            <a:pPr>
              <a:buClrTx/>
            </a:pPr>
            <a:r>
              <a:rPr lang="en-GB" dirty="0">
                <a:solidFill>
                  <a:schemeClr val="bg1"/>
                </a:solidFill>
              </a:rPr>
              <a:t>Each author in the authors collection contains several attributes that give more personal information (such as biography, email, affiliation) and also a list of all the articles written by himself, stored as an array of </a:t>
            </a:r>
            <a:r>
              <a:rPr lang="en-GB" i="1" dirty="0" err="1">
                <a:solidFill>
                  <a:schemeClr val="bg1"/>
                </a:solidFill>
              </a:rPr>
              <a:t>Article_preview</a:t>
            </a:r>
            <a:r>
              <a:rPr lang="en-GB" i="1" dirty="0">
                <a:solidFill>
                  <a:schemeClr val="bg1"/>
                </a:solidFill>
              </a:rPr>
              <a:t>.</a:t>
            </a:r>
            <a:br>
              <a:rPr lang="en-GB" i="1" dirty="0">
                <a:solidFill>
                  <a:schemeClr val="bg1"/>
                </a:solidFill>
              </a:rPr>
            </a:br>
            <a:br>
              <a:rPr lang="en-GB" i="1" dirty="0">
                <a:solidFill>
                  <a:schemeClr val="bg1"/>
                </a:solidFill>
              </a:rPr>
            </a:br>
            <a:r>
              <a:rPr lang="en-GB" b="1" dirty="0">
                <a:solidFill>
                  <a:schemeClr val="bg1"/>
                </a:solidFill>
              </a:rPr>
              <a:t>In the next slide there are the document schema and an example of article.</a:t>
            </a:r>
            <a:endParaRPr lang="en-IT" b="1" dirty="0"/>
          </a:p>
        </p:txBody>
      </p:sp>
    </p:spTree>
    <p:extLst>
      <p:ext uri="{BB962C8B-B14F-4D97-AF65-F5344CB8AC3E}">
        <p14:creationId xmlns:p14="http://schemas.microsoft.com/office/powerpoint/2010/main" val="77052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262CA0DC-C586-2C3F-5A2B-41CFB01DC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7353904" cy="5147733"/>
          </a:xfrm>
          <a:prstGeom prst="rect">
            <a:avLst/>
          </a:prstGeom>
          <a:effectLst>
            <a:softEdge rad="31750"/>
          </a:effectLst>
        </p:spPr>
      </p:pic>
      <p:pic>
        <p:nvPicPr>
          <p:cNvPr id="7" name="Picture 6" descr="Graphical user interface, text, application&#10;&#10;Description automatically generated">
            <a:extLst>
              <a:ext uri="{FF2B5EF4-FFF2-40B4-BE49-F238E27FC236}">
                <a16:creationId xmlns:a16="http://schemas.microsoft.com/office/drawing/2014/main" id="{AF206FB7-CF2D-F8FF-52CC-8B005FB1A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904" y="2189237"/>
            <a:ext cx="4838096" cy="4668763"/>
          </a:xfrm>
          <a:prstGeom prst="rect">
            <a:avLst/>
          </a:prstGeom>
          <a:effectLst>
            <a:softEdge rad="31750"/>
          </a:effectLst>
        </p:spPr>
      </p:pic>
    </p:spTree>
    <p:extLst>
      <p:ext uri="{BB962C8B-B14F-4D97-AF65-F5344CB8AC3E}">
        <p14:creationId xmlns:p14="http://schemas.microsoft.com/office/powerpoint/2010/main" val="69746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0775-1CB6-B9B2-5232-7AC722C83219}"/>
              </a:ext>
            </a:extLst>
          </p:cNvPr>
          <p:cNvSpPr>
            <a:spLocks noGrp="1"/>
          </p:cNvSpPr>
          <p:nvPr>
            <p:ph type="title"/>
          </p:nvPr>
        </p:nvSpPr>
        <p:spPr>
          <a:xfrm>
            <a:off x="0" y="119129"/>
            <a:ext cx="11630285" cy="1077229"/>
          </a:xfrm>
        </p:spPr>
        <p:txBody>
          <a:bodyPr/>
          <a:lstStyle/>
          <a:p>
            <a:pPr algn="l"/>
            <a:r>
              <a:rPr lang="en-IT" dirty="0">
                <a:solidFill>
                  <a:schemeClr val="bg1"/>
                </a:solidFill>
              </a:rPr>
              <a:t>An example of a query with its result (query 9):</a:t>
            </a:r>
          </a:p>
        </p:txBody>
      </p:sp>
      <p:sp>
        <p:nvSpPr>
          <p:cNvPr id="3" name="Content Placeholder 2">
            <a:extLst>
              <a:ext uri="{FF2B5EF4-FFF2-40B4-BE49-F238E27FC236}">
                <a16:creationId xmlns:a16="http://schemas.microsoft.com/office/drawing/2014/main" id="{21631D70-B02E-3C1E-8B8C-B09FFCA72FFC}"/>
              </a:ext>
            </a:extLst>
          </p:cNvPr>
          <p:cNvSpPr>
            <a:spLocks noGrp="1"/>
          </p:cNvSpPr>
          <p:nvPr>
            <p:ph idx="1"/>
          </p:nvPr>
        </p:nvSpPr>
        <p:spPr>
          <a:xfrm>
            <a:off x="-56565" y="429264"/>
            <a:ext cx="11517879" cy="2614561"/>
          </a:xfrm>
        </p:spPr>
        <p:txBody>
          <a:bodyPr>
            <a:normAutofit/>
          </a:bodyPr>
          <a:lstStyle/>
          <a:p>
            <a:r>
              <a:rPr lang="en-GB" dirty="0">
                <a:solidFill>
                  <a:schemeClr val="bg1"/>
                </a:solidFill>
              </a:rPr>
              <a:t>This query takes all documents with more than 500 pages and date less than 2013-04-11, there is a sorting by the pages in ascending order, an unwind by referenced articles (bibliography) and takes all those with date greater than 2013-04-11 returning only the title of the ref and the </a:t>
            </a:r>
            <a:r>
              <a:rPr lang="en-GB" dirty="0" err="1">
                <a:solidFill>
                  <a:schemeClr val="bg1"/>
                </a:solidFill>
              </a:rPr>
              <a:t>doc_id</a:t>
            </a:r>
            <a:r>
              <a:rPr lang="en-GB" dirty="0">
                <a:solidFill>
                  <a:schemeClr val="bg1"/>
                </a:solidFill>
              </a:rPr>
              <a:t> of the source document. It shows only the first 10 results. 			               Complexity: Filtering (also con </a:t>
            </a:r>
            <a:r>
              <a:rPr lang="en-GB" dirty="0" err="1">
                <a:solidFill>
                  <a:schemeClr val="bg1"/>
                </a:solidFill>
              </a:rPr>
              <a:t>subdocs</a:t>
            </a:r>
            <a:r>
              <a:rPr lang="en-GB" dirty="0">
                <a:solidFill>
                  <a:schemeClr val="bg1"/>
                </a:solidFill>
              </a:rPr>
              <a:t>), aggregation, unwind, refs.</a:t>
            </a:r>
            <a:endParaRPr lang="en-IT" dirty="0">
              <a:solidFill>
                <a:schemeClr val="bg1"/>
              </a:solidFill>
            </a:endParaRPr>
          </a:p>
        </p:txBody>
      </p:sp>
      <p:sp>
        <p:nvSpPr>
          <p:cNvPr id="4" name="TextBox 3">
            <a:extLst>
              <a:ext uri="{FF2B5EF4-FFF2-40B4-BE49-F238E27FC236}">
                <a16:creationId xmlns:a16="http://schemas.microsoft.com/office/drawing/2014/main" id="{30B65784-ED38-1D00-21A1-13AD4D903F5A}"/>
              </a:ext>
            </a:extLst>
          </p:cNvPr>
          <p:cNvSpPr txBox="1"/>
          <p:nvPr/>
        </p:nvSpPr>
        <p:spPr>
          <a:xfrm>
            <a:off x="56565" y="2761296"/>
            <a:ext cx="6322511" cy="3970318"/>
          </a:xfrm>
          <a:prstGeom prst="rect">
            <a:avLst/>
          </a:prstGeom>
          <a:solidFill>
            <a:schemeClr val="tx2"/>
          </a:solidFill>
        </p:spPr>
        <p:txBody>
          <a:bodyPr wrap="square">
            <a:spAutoFit/>
          </a:bodyPr>
          <a:lstStyle/>
          <a:p>
            <a:r>
              <a:rPr lang="en-GB" dirty="0" err="1">
                <a:solidFill>
                  <a:schemeClr val="bg1"/>
                </a:solidFill>
                <a:latin typeface="Comic Sans MS" panose="030F0902030302020204" pitchFamily="66" charset="0"/>
              </a:rPr>
              <a:t>db.articles.aggregate</a:t>
            </a:r>
            <a:r>
              <a:rPr lang="en-GB" dirty="0">
                <a:solidFill>
                  <a:schemeClr val="bg1"/>
                </a:solidFill>
                <a:latin typeface="Comic Sans MS" panose="030F0902030302020204" pitchFamily="66" charset="0"/>
              </a:rPr>
              <a:t>([</a:t>
            </a:r>
          </a:p>
          <a:p>
            <a:r>
              <a:rPr lang="en-GB" dirty="0">
                <a:solidFill>
                  <a:schemeClr val="bg1"/>
                </a:solidFill>
                <a:latin typeface="Comic Sans MS" panose="030F0902030302020204" pitchFamily="66" charset="0"/>
              </a:rPr>
              <a:t>    { $match: { $and: [</a:t>
            </a:r>
          </a:p>
          <a:p>
            <a:r>
              <a:rPr lang="en-GB" dirty="0">
                <a:solidFill>
                  <a:schemeClr val="bg1"/>
                </a:solidFill>
                <a:latin typeface="Comic Sans MS" panose="030F0902030302020204" pitchFamily="66" charset="0"/>
              </a:rPr>
              <a:t>        { pages: { $</a:t>
            </a:r>
            <a:r>
              <a:rPr lang="en-GB" dirty="0" err="1">
                <a:solidFill>
                  <a:schemeClr val="bg1"/>
                </a:solidFill>
                <a:latin typeface="Comic Sans MS" panose="030F0902030302020204" pitchFamily="66" charset="0"/>
              </a:rPr>
              <a:t>gte</a:t>
            </a:r>
            <a:r>
              <a:rPr lang="en-GB" dirty="0">
                <a:solidFill>
                  <a:schemeClr val="bg1"/>
                </a:solidFill>
                <a:latin typeface="Comic Sans MS" panose="030F0902030302020204" pitchFamily="66" charset="0"/>
              </a:rPr>
              <a:t>: 500 } },</a:t>
            </a:r>
          </a:p>
          <a:p>
            <a:r>
              <a:rPr lang="en-GB" dirty="0">
                <a:solidFill>
                  <a:schemeClr val="bg1"/>
                </a:solidFill>
                <a:latin typeface="Comic Sans MS" panose="030F0902030302020204" pitchFamily="66" charset="0"/>
              </a:rPr>
              <a:t>    { date: { $</a:t>
            </a:r>
            <a:r>
              <a:rPr lang="en-GB" dirty="0" err="1">
                <a:solidFill>
                  <a:schemeClr val="bg1"/>
                </a:solidFill>
                <a:latin typeface="Comic Sans MS" panose="030F0902030302020204" pitchFamily="66" charset="0"/>
              </a:rPr>
              <a:t>lt</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ISODate</a:t>
            </a:r>
            <a:r>
              <a:rPr lang="en-GB" dirty="0">
                <a:solidFill>
                  <a:schemeClr val="bg1"/>
                </a:solidFill>
                <a:latin typeface="Comic Sans MS" panose="030F0902030302020204" pitchFamily="66" charset="0"/>
              </a:rPr>
              <a:t>('2013-04-11T00:00:00.000Z') } } ] } }, </a:t>
            </a:r>
          </a:p>
          <a:p>
            <a:r>
              <a:rPr lang="en-GB" dirty="0">
                <a:solidFill>
                  <a:schemeClr val="bg1"/>
                </a:solidFill>
                <a:latin typeface="Comic Sans MS" panose="030F0902030302020204" pitchFamily="66" charset="0"/>
              </a:rPr>
              <a:t>    { $sort: { pages: 1 } }, </a:t>
            </a:r>
          </a:p>
          <a:p>
            <a:r>
              <a:rPr lang="en-GB" dirty="0">
                <a:solidFill>
                  <a:schemeClr val="bg1"/>
                </a:solidFill>
                <a:latin typeface="Comic Sans MS" panose="030F0902030302020204" pitchFamily="66" charset="0"/>
              </a:rPr>
              <a:t>    { $unwind: { path: '$bibliography' } }, </a:t>
            </a:r>
          </a:p>
          <a:p>
            <a:r>
              <a:rPr lang="en-GB" dirty="0">
                <a:solidFill>
                  <a:schemeClr val="bg1"/>
                </a:solidFill>
                <a:latin typeface="Comic Sans MS" panose="030F0902030302020204" pitchFamily="66" charset="0"/>
              </a:rPr>
              <a:t>    { $match: { '</a:t>
            </a:r>
            <a:r>
              <a:rPr lang="en-GB" dirty="0" err="1">
                <a:solidFill>
                  <a:schemeClr val="bg1"/>
                </a:solidFill>
                <a:latin typeface="Comic Sans MS" panose="030F0902030302020204" pitchFamily="66" charset="0"/>
              </a:rPr>
              <a:t>bibliography.date</a:t>
            </a:r>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gte</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ISODate</a:t>
            </a:r>
            <a:r>
              <a:rPr lang="en-GB" dirty="0">
                <a:solidFill>
                  <a:schemeClr val="bg1"/>
                </a:solidFill>
                <a:latin typeface="Comic Sans MS" panose="030F0902030302020204" pitchFamily="66" charset="0"/>
              </a:rPr>
              <a:t>('2013-04-11T00:00:00.000Z') } } }, </a:t>
            </a:r>
          </a:p>
          <a:p>
            <a:r>
              <a:rPr lang="en-GB" dirty="0">
                <a:solidFill>
                  <a:schemeClr val="bg1"/>
                </a:solidFill>
                <a:latin typeface="Comic Sans MS" panose="030F0902030302020204" pitchFamily="66" charset="0"/>
              </a:rPr>
              <a:t>    { $project: { '</a:t>
            </a:r>
            <a:r>
              <a:rPr lang="en-GB" dirty="0" err="1">
                <a:solidFill>
                  <a:schemeClr val="bg1"/>
                </a:solidFill>
                <a:latin typeface="Comic Sans MS" panose="030F0902030302020204" pitchFamily="66" charset="0"/>
              </a:rPr>
              <a:t>bibliography.title</a:t>
            </a:r>
            <a:r>
              <a:rPr lang="en-GB" dirty="0">
                <a:solidFill>
                  <a:schemeClr val="bg1"/>
                </a:solidFill>
                <a:latin typeface="Comic Sans MS" panose="030F0902030302020204" pitchFamily="66" charset="0"/>
              </a:rPr>
              <a:t>': 1, </a:t>
            </a:r>
            <a:r>
              <a:rPr lang="en-GB" dirty="0" err="1">
                <a:solidFill>
                  <a:schemeClr val="bg1"/>
                </a:solidFill>
                <a:latin typeface="Comic Sans MS" panose="030F0902030302020204" pitchFamily="66" charset="0"/>
              </a:rPr>
              <a:t>doc_id</a:t>
            </a:r>
            <a:r>
              <a:rPr lang="en-GB" dirty="0">
                <a:solidFill>
                  <a:schemeClr val="bg1"/>
                </a:solidFill>
                <a:latin typeface="Comic Sans MS" panose="030F0902030302020204" pitchFamily="66" charset="0"/>
              </a:rPr>
              <a:t>: 1,</a:t>
            </a:r>
          </a:p>
          <a:p>
            <a:r>
              <a:rPr lang="en-GB" dirty="0">
                <a:solidFill>
                  <a:schemeClr val="bg1"/>
                </a:solidFill>
                <a:latin typeface="Comic Sans MS" panose="030F0902030302020204" pitchFamily="66" charset="0"/>
              </a:rPr>
              <a:t>        _id: 0 } }, </a:t>
            </a:r>
          </a:p>
          <a:p>
            <a:r>
              <a:rPr lang="en-GB" dirty="0">
                <a:solidFill>
                  <a:schemeClr val="bg1"/>
                </a:solidFill>
                <a:latin typeface="Comic Sans MS" panose="030F0902030302020204" pitchFamily="66" charset="0"/>
              </a:rPr>
              <a:t>    { $limit: 10 }</a:t>
            </a:r>
          </a:p>
          <a:p>
            <a:r>
              <a:rPr lang="en-GB" dirty="0">
                <a:solidFill>
                  <a:schemeClr val="bg1"/>
                </a:solidFill>
                <a:latin typeface="Comic Sans MS" panose="030F0902030302020204" pitchFamily="66" charset="0"/>
              </a:rPr>
              <a:t>])</a:t>
            </a:r>
          </a:p>
          <a:p>
            <a:endParaRPr lang="en-GB" dirty="0">
              <a:solidFill>
                <a:schemeClr val="bg1"/>
              </a:solidFill>
              <a:latin typeface="Comic Sans MS" panose="030F0902030302020204" pitchFamily="66" charset="0"/>
            </a:endParaRPr>
          </a:p>
        </p:txBody>
      </p:sp>
      <p:sp>
        <p:nvSpPr>
          <p:cNvPr id="7" name="TextBox 6">
            <a:extLst>
              <a:ext uri="{FF2B5EF4-FFF2-40B4-BE49-F238E27FC236}">
                <a16:creationId xmlns:a16="http://schemas.microsoft.com/office/drawing/2014/main" id="{60F0E9E1-7BF8-BC72-8CC7-4738F12A2627}"/>
              </a:ext>
            </a:extLst>
          </p:cNvPr>
          <p:cNvSpPr txBox="1"/>
          <p:nvPr/>
        </p:nvSpPr>
        <p:spPr>
          <a:xfrm>
            <a:off x="6379076" y="2761296"/>
            <a:ext cx="5608727" cy="389337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IT" sz="1300" dirty="0">
                <a:solidFill>
                  <a:schemeClr val="bg1"/>
                </a:solidFill>
                <a:latin typeface="Comic Sans MS" panose="030F0902030302020204" pitchFamily="66" charset="0"/>
              </a:rPr>
              <a:t>[{ doc_id: 29,</a:t>
            </a:r>
          </a:p>
          <a:p>
            <a:r>
              <a:rPr lang="en-IT" sz="1300" dirty="0">
                <a:solidFill>
                  <a:schemeClr val="bg1"/>
                </a:solidFill>
                <a:latin typeface="Comic Sans MS" panose="030F0902030302020204" pitchFamily="66" charset="0"/>
              </a:rPr>
              <a:t>    bibliography: { title:'Datenbankkonzepte für wissensbasierte </a:t>
            </a:r>
          </a:p>
          <a:p>
            <a:r>
              <a:rPr lang="en-IT" sz="1300" dirty="0">
                <a:solidFill>
                  <a:schemeClr val="bg1"/>
                </a:solidFill>
                <a:latin typeface="Comic Sans MS" panose="030F0902030302020204" pitchFamily="66" charset="0"/>
              </a:rPr>
              <a:t>    Systeme'}},</a:t>
            </a:r>
          </a:p>
          <a:p>
            <a:endParaRPr lang="en-IT" sz="1300" dirty="0">
              <a:solidFill>
                <a:schemeClr val="bg1"/>
              </a:solidFill>
              <a:latin typeface="Comic Sans MS" panose="030F0902030302020204" pitchFamily="66" charset="0"/>
            </a:endParaRPr>
          </a:p>
          <a:p>
            <a:r>
              <a:rPr lang="en-IT" sz="1300" dirty="0">
                <a:solidFill>
                  <a:schemeClr val="bg1"/>
                </a:solidFill>
                <a:latin typeface="Comic Sans MS" panose="030F0902030302020204" pitchFamily="66" charset="0"/>
              </a:rPr>
              <a:t>{ doc_id: 280,</a:t>
            </a:r>
          </a:p>
          <a:p>
            <a:r>
              <a:rPr lang="en-IT" sz="1300" dirty="0">
                <a:solidFill>
                  <a:schemeClr val="bg1"/>
                </a:solidFill>
                <a:latin typeface="Comic Sans MS" panose="030F0902030302020204" pitchFamily="66" charset="0"/>
              </a:rPr>
              <a:t>    bibliography: { title: 'Temporales Schließen in einem </a:t>
            </a:r>
          </a:p>
          <a:p>
            <a:r>
              <a:rPr lang="en-IT" sz="1300" dirty="0">
                <a:solidFill>
                  <a:schemeClr val="bg1"/>
                </a:solidFill>
                <a:latin typeface="Comic Sans MS" panose="030F0902030302020204" pitchFamily="66" charset="0"/>
              </a:rPr>
              <a:t>    natürlichsprachlichen System' } },</a:t>
            </a:r>
          </a:p>
          <a:p>
            <a:endParaRPr lang="en-IT" sz="1300" dirty="0">
              <a:solidFill>
                <a:schemeClr val="bg1"/>
              </a:solidFill>
              <a:latin typeface="Comic Sans MS" panose="030F0902030302020204" pitchFamily="66" charset="0"/>
            </a:endParaRPr>
          </a:p>
          <a:p>
            <a:r>
              <a:rPr lang="en-IT" sz="1300" dirty="0">
                <a:solidFill>
                  <a:schemeClr val="bg1"/>
                </a:solidFill>
                <a:latin typeface="Comic Sans MS" panose="030F0902030302020204" pitchFamily="66" charset="0"/>
              </a:rPr>
              <a:t>{ doc_id: 383,</a:t>
            </a:r>
          </a:p>
          <a:p>
            <a:r>
              <a:rPr lang="en-IT" sz="1300" dirty="0">
                <a:solidFill>
                  <a:schemeClr val="bg1"/>
                </a:solidFill>
                <a:latin typeface="Comic Sans MS" panose="030F0902030302020204" pitchFamily="66" charset="0"/>
              </a:rPr>
              <a:t>    bibliography: { title: 'Chart-Parsing of Unification-Based </a:t>
            </a:r>
          </a:p>
          <a:p>
            <a:r>
              <a:rPr lang="en-IT" sz="1300" dirty="0">
                <a:solidFill>
                  <a:schemeClr val="bg1"/>
                </a:solidFill>
                <a:latin typeface="Comic Sans MS" panose="030F0902030302020204" pitchFamily="66" charset="0"/>
              </a:rPr>
              <a:t>    Grammars with ID/LP-Rules' } },</a:t>
            </a:r>
          </a:p>
          <a:p>
            <a:r>
              <a:rPr lang="en-IT" sz="1300" dirty="0">
                <a:solidFill>
                  <a:schemeClr val="bg1"/>
                </a:solidFill>
                <a:latin typeface="Comic Sans MS" panose="030F0902030302020204" pitchFamily="66" charset="0"/>
              </a:rPr>
              <a:t>    </a:t>
            </a:r>
          </a:p>
          <a:p>
            <a:r>
              <a:rPr lang="en-IT" sz="1300" dirty="0">
                <a:solidFill>
                  <a:schemeClr val="bg1"/>
                </a:solidFill>
                <a:latin typeface="Comic Sans MS" panose="030F0902030302020204" pitchFamily="66" charset="0"/>
              </a:rPr>
              <a:t>{ doc_id: 383,</a:t>
            </a:r>
          </a:p>
          <a:p>
            <a:r>
              <a:rPr lang="en-IT" sz="1300" dirty="0">
                <a:solidFill>
                  <a:schemeClr val="bg1"/>
                </a:solidFill>
                <a:latin typeface="Comic Sans MS" panose="030F0902030302020204" pitchFamily="66" charset="0"/>
              </a:rPr>
              <a:t>    bibliography: { title: 'Locating Matches of Tree Patterns </a:t>
            </a:r>
          </a:p>
          <a:p>
            <a:r>
              <a:rPr lang="en-IT" sz="1300" dirty="0">
                <a:solidFill>
                  <a:schemeClr val="bg1"/>
                </a:solidFill>
                <a:latin typeface="Comic Sans MS" panose="030F0902030302020204" pitchFamily="66" charset="0"/>
              </a:rPr>
              <a:t>    in Forests' } },</a:t>
            </a:r>
          </a:p>
          <a:p>
            <a:r>
              <a:rPr lang="en-IT" sz="1300" dirty="0">
                <a:solidFill>
                  <a:schemeClr val="bg1"/>
                </a:solidFill>
                <a:latin typeface="Comic Sans MS" panose="030F0902030302020204" pitchFamily="66" charset="0"/>
              </a:rPr>
              <a:t>    </a:t>
            </a:r>
          </a:p>
          <a:p>
            <a:r>
              <a:rPr lang="en-IT" sz="1300" dirty="0">
                <a:solidFill>
                  <a:schemeClr val="bg1"/>
                </a:solidFill>
                <a:latin typeface="Comic Sans MS" panose="030F0902030302020204" pitchFamily="66" charset="0"/>
              </a:rPr>
              <a:t>{ doc_id: 383,</a:t>
            </a:r>
          </a:p>
          <a:p>
            <a:r>
              <a:rPr lang="en-IT" sz="1300" dirty="0">
                <a:solidFill>
                  <a:schemeClr val="bg1"/>
                </a:solidFill>
                <a:latin typeface="Comic Sans MS" panose="030F0902030302020204" pitchFamily="66" charset="0"/>
              </a:rPr>
              <a:t>    bibliography: { title: 'Object Oriented DBMS as a Generalization </a:t>
            </a:r>
          </a:p>
          <a:p>
            <a:r>
              <a:rPr lang="en-IT" sz="1300" dirty="0">
                <a:solidFill>
                  <a:schemeClr val="bg1"/>
                </a:solidFill>
                <a:latin typeface="Comic Sans MS" panose="030F0902030302020204" pitchFamily="66" charset="0"/>
              </a:rPr>
              <a:t>    of Relational DBMS' } },   …</a:t>
            </a:r>
          </a:p>
        </p:txBody>
      </p:sp>
    </p:spTree>
    <p:extLst>
      <p:ext uri="{BB962C8B-B14F-4D97-AF65-F5344CB8AC3E}">
        <p14:creationId xmlns:p14="http://schemas.microsoft.com/office/powerpoint/2010/main" val="200757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6C28-0291-4001-4AA3-068ED18995A7}"/>
              </a:ext>
            </a:extLst>
          </p:cNvPr>
          <p:cNvSpPr>
            <a:spLocks noGrp="1"/>
          </p:cNvSpPr>
          <p:nvPr>
            <p:ph type="title"/>
          </p:nvPr>
        </p:nvSpPr>
        <p:spPr>
          <a:xfrm>
            <a:off x="319545" y="169228"/>
            <a:ext cx="11354713" cy="1077229"/>
          </a:xfrm>
        </p:spPr>
        <p:txBody>
          <a:bodyPr/>
          <a:lstStyle/>
          <a:p>
            <a:pPr algn="l"/>
            <a:r>
              <a:rPr lang="en-IT" spc="600" dirty="0">
                <a:solidFill>
                  <a:schemeClr val="bg1"/>
                </a:solidFill>
              </a:rPr>
              <a:t>An example of a command(command 3):</a:t>
            </a:r>
          </a:p>
        </p:txBody>
      </p:sp>
      <p:sp>
        <p:nvSpPr>
          <p:cNvPr id="3" name="Content Placeholder 2">
            <a:extLst>
              <a:ext uri="{FF2B5EF4-FFF2-40B4-BE49-F238E27FC236}">
                <a16:creationId xmlns:a16="http://schemas.microsoft.com/office/drawing/2014/main" id="{72F90C8A-BE20-3B2B-E8A5-7313BF9B3882}"/>
              </a:ext>
            </a:extLst>
          </p:cNvPr>
          <p:cNvSpPr>
            <a:spLocks noGrp="1"/>
          </p:cNvSpPr>
          <p:nvPr>
            <p:ph idx="1"/>
          </p:nvPr>
        </p:nvSpPr>
        <p:spPr>
          <a:xfrm>
            <a:off x="134722" y="378975"/>
            <a:ext cx="4933036" cy="6100049"/>
          </a:xfrm>
        </p:spPr>
        <p:txBody>
          <a:bodyPr>
            <a:normAutofit/>
          </a:bodyPr>
          <a:lstStyle/>
          <a:p>
            <a:pPr marL="0" indent="0">
              <a:buNone/>
            </a:pPr>
            <a:r>
              <a:rPr lang="en-GB" dirty="0">
                <a:solidFill>
                  <a:schemeClr val="bg1"/>
                </a:solidFill>
              </a:rPr>
              <a:t>This command updates the articles that have the tag "#information" and adds the article with id 250 in bibliography if the articles we are updating already don’t contain </a:t>
            </a:r>
            <a:r>
              <a:rPr lang="en-GB" dirty="0" err="1">
                <a:solidFill>
                  <a:schemeClr val="bg1"/>
                </a:solidFill>
              </a:rPr>
              <a:t>doc_id</a:t>
            </a:r>
            <a:r>
              <a:rPr lang="en-GB" dirty="0">
                <a:solidFill>
                  <a:schemeClr val="bg1"/>
                </a:solidFill>
              </a:rPr>
              <a:t> and </a:t>
            </a:r>
            <a:r>
              <a:rPr lang="en-GB" dirty="0" err="1">
                <a:solidFill>
                  <a:schemeClr val="bg1"/>
                </a:solidFill>
              </a:rPr>
              <a:t>ref_id</a:t>
            </a:r>
            <a:r>
              <a:rPr lang="en-GB" dirty="0">
                <a:solidFill>
                  <a:schemeClr val="bg1"/>
                </a:solidFill>
              </a:rPr>
              <a:t>  equal to 250 which is the document we are trying to insert. In this way we are avoiding adding the article in its own bibliography or to have the same articles twice if it already exists in bibliography. In this scenario, we are assuming that the articles we are adding in the bibliography are already contained in the db.</a:t>
            </a:r>
            <a:endParaRPr lang="en-IT" dirty="0">
              <a:solidFill>
                <a:schemeClr val="bg1"/>
              </a:solidFill>
            </a:endParaRPr>
          </a:p>
        </p:txBody>
      </p:sp>
      <p:sp>
        <p:nvSpPr>
          <p:cNvPr id="5" name="TextBox 4">
            <a:extLst>
              <a:ext uri="{FF2B5EF4-FFF2-40B4-BE49-F238E27FC236}">
                <a16:creationId xmlns:a16="http://schemas.microsoft.com/office/drawing/2014/main" id="{6E3F13EC-4B03-9A86-D3ED-1952DD936567}"/>
              </a:ext>
            </a:extLst>
          </p:cNvPr>
          <p:cNvSpPr txBox="1"/>
          <p:nvPr/>
        </p:nvSpPr>
        <p:spPr>
          <a:xfrm>
            <a:off x="5578258" y="1762752"/>
            <a:ext cx="6096000" cy="2862322"/>
          </a:xfrm>
          <a:prstGeom prst="rect">
            <a:avLst/>
          </a:prstGeom>
          <a:solidFill>
            <a:schemeClr val="tx2"/>
          </a:solidFill>
        </p:spPr>
        <p:txBody>
          <a:bodyPr wrap="square">
            <a:spAutoFit/>
          </a:bodyPr>
          <a:lstStyle/>
          <a:p>
            <a:r>
              <a:rPr lang="en-GB" dirty="0" err="1">
                <a:solidFill>
                  <a:schemeClr val="bg1"/>
                </a:solidFill>
                <a:latin typeface="Comic Sans MS" panose="030F0902030302020204" pitchFamily="66" charset="0"/>
              </a:rPr>
              <a:t>db.articles.updateMany</a:t>
            </a:r>
            <a:r>
              <a:rPr lang="en-GB" dirty="0">
                <a:solidFill>
                  <a:schemeClr val="bg1"/>
                </a:solidFill>
                <a:latin typeface="Comic Sans MS" panose="030F0902030302020204" pitchFamily="66" charset="0"/>
              </a:rPr>
              <a:t>(</a:t>
            </a:r>
          </a:p>
          <a:p>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doc_id</a:t>
            </a:r>
            <a:r>
              <a:rPr lang="en-GB" dirty="0">
                <a:solidFill>
                  <a:schemeClr val="bg1"/>
                </a:solidFill>
                <a:latin typeface="Comic Sans MS" panose="030F0902030302020204" pitchFamily="66" charset="0"/>
              </a:rPr>
              <a:t>":{$ne:250},</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bibliography.ref_id</a:t>
            </a:r>
            <a:r>
              <a:rPr lang="en-GB" dirty="0">
                <a:solidFill>
                  <a:schemeClr val="bg1"/>
                </a:solidFill>
                <a:latin typeface="Comic Sans MS" panose="030F0902030302020204" pitchFamily="66" charset="0"/>
              </a:rPr>
              <a:t>":{$ne:250},</a:t>
            </a:r>
          </a:p>
          <a:p>
            <a:r>
              <a:rPr lang="en-GB" dirty="0">
                <a:solidFill>
                  <a:schemeClr val="bg1"/>
                </a:solidFill>
                <a:latin typeface="Comic Sans MS" panose="030F0902030302020204" pitchFamily="66" charset="0"/>
              </a:rPr>
              <a:t>        "tags":"#information"},</a:t>
            </a:r>
          </a:p>
          <a:p>
            <a:r>
              <a:rPr lang="en-GB" dirty="0">
                <a:solidFill>
                  <a:schemeClr val="bg1"/>
                </a:solidFill>
                <a:latin typeface="Comic Sans MS" panose="030F0902030302020204" pitchFamily="66" charset="0"/>
              </a:rPr>
              <a:t>        {“$push”: {</a:t>
            </a:r>
            <a:r>
              <a:rPr lang="en-GB" dirty="0" err="1">
                <a:solidFill>
                  <a:schemeClr val="bg1"/>
                </a:solidFill>
                <a:latin typeface="Comic Sans MS" panose="030F0902030302020204" pitchFamily="66" charset="0"/>
              </a:rPr>
              <a:t>bibliograpy</a:t>
            </a:r>
            <a:r>
              <a:rPr lang="en-GB" dirty="0">
                <a:solidFill>
                  <a:schemeClr val="bg1"/>
                </a:solidFill>
                <a:latin typeface="Comic Sans MS" panose="030F0902030302020204" pitchFamily="66" charset="0"/>
              </a:rPr>
              <a:t>: { </a:t>
            </a:r>
            <a:r>
              <a:rPr lang="en-GB" dirty="0" err="1">
                <a:solidFill>
                  <a:schemeClr val="bg1"/>
                </a:solidFill>
                <a:latin typeface="Comic Sans MS" panose="030F0902030302020204" pitchFamily="66" charset="0"/>
              </a:rPr>
              <a:t>ref_id</a:t>
            </a:r>
            <a:r>
              <a:rPr lang="en-GB" dirty="0">
                <a:solidFill>
                  <a:schemeClr val="bg1"/>
                </a:solidFill>
                <a:latin typeface="Comic Sans MS" panose="030F0902030302020204" pitchFamily="66" charset="0"/>
              </a:rPr>
              <a:t>: 250, “title”:</a:t>
            </a:r>
          </a:p>
          <a:p>
            <a:r>
              <a:rPr lang="en-GB" dirty="0">
                <a:solidFill>
                  <a:schemeClr val="bg1"/>
                </a:solidFill>
                <a:latin typeface="Comic Sans MS" panose="030F0902030302020204" pitchFamily="66" charset="0"/>
              </a:rPr>
              <a:t>            " Die Sloppy/</a:t>
            </a:r>
            <a:r>
              <a:rPr lang="en-GB" dirty="0" err="1">
                <a:solidFill>
                  <a:schemeClr val="bg1"/>
                </a:solidFill>
                <a:latin typeface="Comic Sans MS" panose="030F0902030302020204" pitchFamily="66" charset="0"/>
              </a:rPr>
              <a:t>Referenzielle</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Ambiguität</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Bildungssyntax</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oder</a:t>
            </a:r>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Diskursrepräsentationstheorie</a:t>
            </a:r>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“Date": new </a:t>
            </a:r>
            <a:r>
              <a:rPr lang="en-GB" dirty="0" err="1">
                <a:solidFill>
                  <a:schemeClr val="bg1"/>
                </a:solidFill>
                <a:latin typeface="Comic Sans MS" panose="030F0902030302020204" pitchFamily="66" charset="0"/>
              </a:rPr>
              <a:t>ISODate</a:t>
            </a:r>
            <a:r>
              <a:rPr lang="en-GB" dirty="0">
                <a:solidFill>
                  <a:schemeClr val="bg1"/>
                </a:solidFill>
                <a:latin typeface="Comic Sans MS" panose="030F0902030302020204" pitchFamily="66" charset="0"/>
              </a:rPr>
              <a:t>("1998-08-16") } } } ) </a:t>
            </a:r>
            <a:endParaRPr lang="en-IT" dirty="0">
              <a:solidFill>
                <a:schemeClr val="bg1"/>
              </a:solidFill>
              <a:latin typeface="Comic Sans MS" panose="030F0902030302020204" pitchFamily="66" charset="0"/>
            </a:endParaRPr>
          </a:p>
        </p:txBody>
      </p:sp>
    </p:spTree>
    <p:extLst>
      <p:ext uri="{BB962C8B-B14F-4D97-AF65-F5344CB8AC3E}">
        <p14:creationId xmlns:p14="http://schemas.microsoft.com/office/powerpoint/2010/main" val="20266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5BD0-D3C4-8359-3413-C6FB5B58989A}"/>
              </a:ext>
            </a:extLst>
          </p:cNvPr>
          <p:cNvSpPr>
            <a:spLocks noGrp="1"/>
          </p:cNvSpPr>
          <p:nvPr>
            <p:ph type="title"/>
          </p:nvPr>
        </p:nvSpPr>
        <p:spPr/>
        <p:txBody>
          <a:bodyPr/>
          <a:lstStyle/>
          <a:p>
            <a:r>
              <a:rPr lang="en-IT"/>
              <a:t>Third part (high scaling DB): Spark</a:t>
            </a:r>
          </a:p>
        </p:txBody>
      </p:sp>
      <p:sp>
        <p:nvSpPr>
          <p:cNvPr id="3" name="Content Placeholder 2">
            <a:extLst>
              <a:ext uri="{FF2B5EF4-FFF2-40B4-BE49-F238E27FC236}">
                <a16:creationId xmlns:a16="http://schemas.microsoft.com/office/drawing/2014/main" id="{F92711EC-E8F8-2896-0E65-70386FF69756}"/>
              </a:ext>
            </a:extLst>
          </p:cNvPr>
          <p:cNvSpPr>
            <a:spLocks noGrp="1"/>
          </p:cNvSpPr>
          <p:nvPr>
            <p:ph idx="1"/>
          </p:nvPr>
        </p:nvSpPr>
        <p:spPr/>
        <p:txBody>
          <a:bodyPr/>
          <a:lstStyle/>
          <a:p>
            <a:endParaRPr lang="en-IT" dirty="0"/>
          </a:p>
        </p:txBody>
      </p:sp>
      <p:sp>
        <p:nvSpPr>
          <p:cNvPr id="5" name="TextBox 4">
            <a:extLst>
              <a:ext uri="{FF2B5EF4-FFF2-40B4-BE49-F238E27FC236}">
                <a16:creationId xmlns:a16="http://schemas.microsoft.com/office/drawing/2014/main" id="{20F670A7-5C31-0F1C-083E-5ED663CDC19D}"/>
              </a:ext>
            </a:extLst>
          </p:cNvPr>
          <p:cNvSpPr txBox="1"/>
          <p:nvPr/>
        </p:nvSpPr>
        <p:spPr>
          <a:xfrm>
            <a:off x="945715" y="0"/>
            <a:ext cx="6100174" cy="369332"/>
          </a:xfrm>
          <a:prstGeom prst="rect">
            <a:avLst/>
          </a:prstGeom>
          <a:noFill/>
        </p:spPr>
        <p:txBody>
          <a:bodyPr wrap="square">
            <a:spAutoFit/>
          </a:bodyPr>
          <a:lstStyle/>
          <a:p>
            <a:r>
              <a:rPr lang="en-IT"/>
              <a:t>E chi cazz o sap cosa ci daranno</a:t>
            </a:r>
          </a:p>
        </p:txBody>
      </p:sp>
    </p:spTree>
    <p:extLst>
      <p:ext uri="{BB962C8B-B14F-4D97-AF65-F5344CB8AC3E}">
        <p14:creationId xmlns:p14="http://schemas.microsoft.com/office/powerpoint/2010/main" val="2201632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0775-1CB6-B9B2-5232-7AC722C83219}"/>
              </a:ext>
            </a:extLst>
          </p:cNvPr>
          <p:cNvSpPr>
            <a:spLocks noGrp="1"/>
          </p:cNvSpPr>
          <p:nvPr>
            <p:ph type="title"/>
          </p:nvPr>
        </p:nvSpPr>
        <p:spPr/>
        <p:txBody>
          <a:bodyPr/>
          <a:lstStyle/>
          <a:p>
            <a:r>
              <a:rPr lang="en-IT" dirty="0">
                <a:solidFill>
                  <a:schemeClr val="bg1"/>
                </a:solidFill>
              </a:rPr>
              <a:t>Examples of queries and commands:</a:t>
            </a:r>
          </a:p>
        </p:txBody>
      </p:sp>
      <p:sp>
        <p:nvSpPr>
          <p:cNvPr id="3" name="Content Placeholder 2">
            <a:extLst>
              <a:ext uri="{FF2B5EF4-FFF2-40B4-BE49-F238E27FC236}">
                <a16:creationId xmlns:a16="http://schemas.microsoft.com/office/drawing/2014/main" id="{21631D70-B02E-3C1E-8B8C-B09FFCA72FFC}"/>
              </a:ext>
            </a:extLst>
          </p:cNvPr>
          <p:cNvSpPr>
            <a:spLocks noGrp="1"/>
          </p:cNvSpPr>
          <p:nvPr>
            <p:ph idx="1"/>
          </p:nvPr>
        </p:nvSpPr>
        <p:spPr/>
        <p:txBody>
          <a:bodyPr/>
          <a:lstStyle/>
          <a:p>
            <a:r>
              <a:rPr lang="en-IT" dirty="0">
                <a:solidFill>
                  <a:schemeClr val="bg1"/>
                </a:solidFill>
              </a:rPr>
              <a:t>Da scegliere insieme!</a:t>
            </a:r>
          </a:p>
        </p:txBody>
      </p:sp>
    </p:spTree>
    <p:extLst>
      <p:ext uri="{BB962C8B-B14F-4D97-AF65-F5344CB8AC3E}">
        <p14:creationId xmlns:p14="http://schemas.microsoft.com/office/powerpoint/2010/main" val="1618797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7E032-EEC6-829F-CDE9-3C7EFCC5319E}"/>
              </a:ext>
            </a:extLst>
          </p:cNvPr>
          <p:cNvSpPr>
            <a:spLocks noGrp="1"/>
          </p:cNvSpPr>
          <p:nvPr>
            <p:ph type="title"/>
          </p:nvPr>
        </p:nvSpPr>
        <p:spPr/>
        <p:txBody>
          <a:bodyPr/>
          <a:lstStyle/>
          <a:p>
            <a:r>
              <a:rPr lang="en-IT"/>
              <a:t>Conclusions:</a:t>
            </a:r>
          </a:p>
        </p:txBody>
      </p:sp>
      <p:sp>
        <p:nvSpPr>
          <p:cNvPr id="3" name="Content Placeholder 2">
            <a:extLst>
              <a:ext uri="{FF2B5EF4-FFF2-40B4-BE49-F238E27FC236}">
                <a16:creationId xmlns:a16="http://schemas.microsoft.com/office/drawing/2014/main" id="{2408C200-4A9D-91DA-A2B5-127B8CE002AD}"/>
              </a:ext>
            </a:extLst>
          </p:cNvPr>
          <p:cNvSpPr>
            <a:spLocks noGrp="1"/>
          </p:cNvSpPr>
          <p:nvPr>
            <p:ph idx="1"/>
          </p:nvPr>
        </p:nvSpPr>
        <p:spPr>
          <a:xfrm>
            <a:off x="1419028" y="974888"/>
            <a:ext cx="7796540" cy="3997828"/>
          </a:xfrm>
        </p:spPr>
        <p:txBody>
          <a:bodyPr/>
          <a:lstStyle/>
          <a:p>
            <a:r>
              <a:rPr lang="en-IT" dirty="0"/>
              <a:t>This project was very useful to understand how to manage a lot of unstructured datas, also using script to “purify” them!</a:t>
            </a:r>
            <a:br>
              <a:rPr lang="en-IT" dirty="0"/>
            </a:br>
            <a:r>
              <a:rPr lang="en-IT" dirty="0"/>
              <a:t>The group works well together.</a:t>
            </a:r>
          </a:p>
        </p:txBody>
      </p:sp>
      <p:sp>
        <p:nvSpPr>
          <p:cNvPr id="5" name="TextBox 4">
            <a:extLst>
              <a:ext uri="{FF2B5EF4-FFF2-40B4-BE49-F238E27FC236}">
                <a16:creationId xmlns:a16="http://schemas.microsoft.com/office/drawing/2014/main" id="{BA7C6C9D-5FC6-3648-B2E7-DB271664F639}"/>
              </a:ext>
            </a:extLst>
          </p:cNvPr>
          <p:cNvSpPr txBox="1"/>
          <p:nvPr/>
        </p:nvSpPr>
        <p:spPr>
          <a:xfrm>
            <a:off x="983293" y="5339612"/>
            <a:ext cx="6100174" cy="1754326"/>
          </a:xfrm>
          <a:prstGeom prst="rect">
            <a:avLst/>
          </a:prstGeom>
          <a:noFill/>
        </p:spPr>
        <p:txBody>
          <a:bodyPr wrap="square">
            <a:spAutoFit/>
          </a:bodyPr>
          <a:lstStyle/>
          <a:p>
            <a:r>
              <a:rPr lang="en-IT"/>
              <a:t>References: </a:t>
            </a:r>
          </a:p>
          <a:p>
            <a:pPr marL="285750" indent="-285750">
              <a:buFont typeface="Arial" panose="020B0604020202020204" pitchFamily="34" charset="0"/>
              <a:buChar char="•"/>
            </a:pPr>
            <a:r>
              <a:rPr lang="en-GB">
                <a:hlinkClick r:id="rId2"/>
              </a:rPr>
              <a:t>https://github.com/alessandroromito/SMBUD-project2022</a:t>
            </a:r>
            <a:endParaRPr lang="en-GB"/>
          </a:p>
          <a:p>
            <a:pPr marL="285750" indent="-285750">
              <a:buFont typeface="Arial" panose="020B0604020202020204" pitchFamily="34" charset="0"/>
              <a:buChar char="•"/>
            </a:pPr>
            <a:r>
              <a:rPr lang="en-GB">
                <a:hlinkClick r:id="rId3"/>
              </a:rPr>
              <a:t>https://www.overleaf.com/project/63515ce30659266f3659cda8</a:t>
            </a:r>
            <a:endParaRPr lang="en-GB"/>
          </a:p>
          <a:p>
            <a:pPr marL="285750" indent="-285750">
              <a:buFont typeface="Arial" panose="020B0604020202020204" pitchFamily="34" charset="0"/>
              <a:buChar char="•"/>
            </a:pPr>
            <a:endParaRPr lang="en-IT"/>
          </a:p>
        </p:txBody>
      </p:sp>
      <p:sp>
        <p:nvSpPr>
          <p:cNvPr id="7" name="TextBox 6">
            <a:extLst>
              <a:ext uri="{FF2B5EF4-FFF2-40B4-BE49-F238E27FC236}">
                <a16:creationId xmlns:a16="http://schemas.microsoft.com/office/drawing/2014/main" id="{D7A7BB32-EAD2-C47A-31A5-C152CB6BA1DF}"/>
              </a:ext>
            </a:extLst>
          </p:cNvPr>
          <p:cNvSpPr txBox="1"/>
          <p:nvPr/>
        </p:nvSpPr>
        <p:spPr>
          <a:xfrm>
            <a:off x="983293" y="0"/>
            <a:ext cx="6100174" cy="1200329"/>
          </a:xfrm>
          <a:prstGeom prst="rect">
            <a:avLst/>
          </a:prstGeom>
          <a:noFill/>
        </p:spPr>
        <p:txBody>
          <a:bodyPr wrap="square" lIns="91440" tIns="45720" rIns="91440" bIns="45720" anchor="t">
            <a:spAutoFit/>
          </a:bodyPr>
          <a:lstStyle/>
          <a:p>
            <a:r>
              <a:rPr lang="en-IT"/>
              <a:t>Guardate che bel template che vi ha fatto il vostro napoletano del cuore</a:t>
            </a:r>
            <a:br>
              <a:rPr lang="en-IT"/>
            </a:br>
            <a:r>
              <a:rPr lang="en-IT" err="1"/>
              <a:t>Ovviamente</a:t>
            </a:r>
            <a:r>
              <a:rPr lang="en-IT"/>
              <a:t> </a:t>
            </a:r>
            <a:r>
              <a:rPr lang="en-GB"/>
              <a:t>I</a:t>
            </a:r>
            <a:r>
              <a:rPr lang="en-IT"/>
              <a:t> link sotto non </a:t>
            </a:r>
            <a:r>
              <a:rPr lang="en-IT" err="1"/>
              <a:t>potranno</a:t>
            </a:r>
            <a:r>
              <a:rPr lang="en-IT"/>
              <a:t> </a:t>
            </a:r>
            <a:r>
              <a:rPr lang="en-IT" err="1"/>
              <a:t>aprirli</a:t>
            </a:r>
            <a:r>
              <a:rPr lang="en-IT"/>
              <a:t> </a:t>
            </a:r>
            <a:r>
              <a:rPr lang="en-IT" err="1"/>
              <a:t>loro</a:t>
            </a:r>
            <a:r>
              <a:rPr lang="en-IT"/>
              <a:t> </a:t>
            </a:r>
            <a:r>
              <a:rPr lang="en-IT" err="1"/>
              <a:t>quindi</a:t>
            </a:r>
            <a:r>
              <a:rPr lang="en-IT"/>
              <a:t> sucano ciao</a:t>
            </a:r>
          </a:p>
        </p:txBody>
      </p:sp>
    </p:spTree>
    <p:extLst>
      <p:ext uri="{BB962C8B-B14F-4D97-AF65-F5344CB8AC3E}">
        <p14:creationId xmlns:p14="http://schemas.microsoft.com/office/powerpoint/2010/main" val="2616121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{D8BCC84F-3BA4-664B-986B-03661A07D689}tf16401378</Template>
  <TotalTime>30</TotalTime>
  <Words>1955</Words>
  <Application>Microsoft Office PowerPoint</Application>
  <PresentationFormat>Widescreen</PresentationFormat>
  <Paragraphs>120</Paragraphs>
  <Slides>15</Slides>
  <Notes>1</Notes>
  <HiddenSlides>0</HiddenSlides>
  <MMClips>0</MMClips>
  <ScaleCrop>false</ScaleCrop>
  <HeadingPairs>
    <vt:vector size="4" baseType="variant">
      <vt:variant>
        <vt:lpstr>Tema</vt:lpstr>
      </vt:variant>
      <vt:variant>
        <vt:i4>1</vt:i4>
      </vt:variant>
      <vt:variant>
        <vt:lpstr>Titoli diapositive</vt:lpstr>
      </vt:variant>
      <vt:variant>
        <vt:i4>15</vt:i4>
      </vt:variant>
    </vt:vector>
  </HeadingPairs>
  <TitlesOfParts>
    <vt:vector size="16" baseType="lpstr">
      <vt:lpstr>Madison</vt:lpstr>
      <vt:lpstr>Presentazione standard di PowerPoint</vt:lpstr>
      <vt:lpstr>Introduction to the project</vt:lpstr>
      <vt:lpstr>ER Diagram</vt:lpstr>
      <vt:lpstr>First part (graph DB): Neo4J</vt:lpstr>
      <vt:lpstr>Presentazione standard di PowerPoint</vt:lpstr>
      <vt:lpstr>An example of a query with its result (query 12):</vt:lpstr>
      <vt:lpstr>An example of a command(command 1):</vt:lpstr>
      <vt:lpstr>Second Part (documental DB): MongoDB</vt:lpstr>
      <vt:lpstr>Presentazione standard di PowerPoint</vt:lpstr>
      <vt:lpstr>Presentazione standard di PowerPoint</vt:lpstr>
      <vt:lpstr>An example of a query with its result (query 9):</vt:lpstr>
      <vt:lpstr>An example of a command(command 3):</vt:lpstr>
      <vt:lpstr>Third part (high scaling DB): Spark</vt:lpstr>
      <vt:lpstr>Examples of queries and commands: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Alessandro Romito</dc:creator>
  <cp:lastModifiedBy>Francesco Riccardi</cp:lastModifiedBy>
  <cp:revision>31</cp:revision>
  <dcterms:created xsi:type="dcterms:W3CDTF">2022-11-24T20:50:20Z</dcterms:created>
  <dcterms:modified xsi:type="dcterms:W3CDTF">2022-12-03T19:25:03Z</dcterms:modified>
</cp:coreProperties>
</file>